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9"/>
  </p:notesMasterIdLst>
  <p:handoutMasterIdLst>
    <p:handoutMasterId r:id="rId50"/>
  </p:handoutMasterIdLst>
  <p:sldIdLst>
    <p:sldId id="356" r:id="rId2"/>
    <p:sldId id="259" r:id="rId3"/>
    <p:sldId id="332" r:id="rId4"/>
    <p:sldId id="331" r:id="rId5"/>
    <p:sldId id="333" r:id="rId6"/>
    <p:sldId id="266" r:id="rId7"/>
    <p:sldId id="334" r:id="rId8"/>
    <p:sldId id="269" r:id="rId9"/>
    <p:sldId id="270" r:id="rId10"/>
    <p:sldId id="317" r:id="rId11"/>
    <p:sldId id="272" r:id="rId12"/>
    <p:sldId id="273" r:id="rId13"/>
    <p:sldId id="274" r:id="rId14"/>
    <p:sldId id="275" r:id="rId15"/>
    <p:sldId id="318" r:id="rId16"/>
    <p:sldId id="277" r:id="rId17"/>
    <p:sldId id="278" r:id="rId18"/>
    <p:sldId id="279" r:id="rId19"/>
    <p:sldId id="281" r:id="rId20"/>
    <p:sldId id="336" r:id="rId21"/>
    <p:sldId id="284" r:id="rId22"/>
    <p:sldId id="287" r:id="rId23"/>
    <p:sldId id="292" r:id="rId24"/>
    <p:sldId id="338" r:id="rId25"/>
    <p:sldId id="293" r:id="rId26"/>
    <p:sldId id="355" r:id="rId27"/>
    <p:sldId id="339" r:id="rId28"/>
    <p:sldId id="353" r:id="rId29"/>
    <p:sldId id="340" r:id="rId30"/>
    <p:sldId id="341" r:id="rId31"/>
    <p:sldId id="299" r:id="rId32"/>
    <p:sldId id="300" r:id="rId33"/>
    <p:sldId id="354" r:id="rId34"/>
    <p:sldId id="342" r:id="rId35"/>
    <p:sldId id="343" r:id="rId36"/>
    <p:sldId id="344" r:id="rId37"/>
    <p:sldId id="345" r:id="rId38"/>
    <p:sldId id="346" r:id="rId39"/>
    <p:sldId id="306" r:id="rId40"/>
    <p:sldId id="307" r:id="rId41"/>
    <p:sldId id="348" r:id="rId42"/>
    <p:sldId id="349" r:id="rId43"/>
    <p:sldId id="350" r:id="rId44"/>
    <p:sldId id="312" r:id="rId45"/>
    <p:sldId id="313" r:id="rId46"/>
    <p:sldId id="351" r:id="rId47"/>
    <p:sldId id="314" r:id="rId4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o Minsoo" initials="CM" lastIdx="1" clrIdx="0">
    <p:extLst>
      <p:ext uri="{19B8F6BF-5375-455C-9EA6-DF929625EA0E}">
        <p15:presenceInfo xmlns:p15="http://schemas.microsoft.com/office/powerpoint/2012/main" userId="747551f470d45f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1F510-BD3A-4FE1-8ED2-312894736EC4}" v="13" dt="2026-01-12T04:53:44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96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7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2T05:00:33.329" v="355" actId="20577"/>
      <pc:docMkLst>
        <pc:docMk/>
      </pc:docMkLst>
      <pc:sldChg chg="modSp mod">
        <pc:chgData name="영완 전" userId="94a232b962f42e62" providerId="LiveId" clId="{862E7F7D-119D-4717-AD52-91020921814B}" dt="2026-01-12T02:09:45.625" v="0" actId="14100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12T02:09:45.625" v="0" actId="14100"/>
          <ac:spMkLst>
            <pc:docMk/>
            <pc:sldMk cId="1907375292" sldId="2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23:32.200" v="60" actId="20577"/>
        <pc:sldMkLst>
          <pc:docMk/>
          <pc:sldMk cId="817071796" sldId="266"/>
        </pc:sldMkLst>
        <pc:spChg chg="mod">
          <ac:chgData name="영완 전" userId="94a232b962f42e62" providerId="LiveId" clId="{862E7F7D-119D-4717-AD52-91020921814B}" dt="2026-01-12T02:23:32.200" v="60" actId="20577"/>
          <ac:spMkLst>
            <pc:docMk/>
            <pc:sldMk cId="817071796" sldId="26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24:11.138" v="63" actId="20577"/>
        <pc:sldMkLst>
          <pc:docMk/>
          <pc:sldMk cId="2459722498" sldId="270"/>
        </pc:sldMkLst>
        <pc:spChg chg="mod">
          <ac:chgData name="영완 전" userId="94a232b962f42e62" providerId="LiveId" clId="{862E7F7D-119D-4717-AD52-91020921814B}" dt="2026-01-12T02:24:11.138" v="63" actId="20577"/>
          <ac:spMkLst>
            <pc:docMk/>
            <pc:sldMk cId="2459722498" sldId="27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33:20.217" v="72" actId="20577"/>
        <pc:sldMkLst>
          <pc:docMk/>
          <pc:sldMk cId="2498061043" sldId="272"/>
        </pc:sldMkLst>
        <pc:spChg chg="mod">
          <ac:chgData name="영완 전" userId="94a232b962f42e62" providerId="LiveId" clId="{862E7F7D-119D-4717-AD52-91020921814B}" dt="2026-01-12T02:33:20.217" v="72" actId="20577"/>
          <ac:spMkLst>
            <pc:docMk/>
            <pc:sldMk cId="2498061043" sldId="27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35:34.929" v="95" actId="20577"/>
        <pc:sldMkLst>
          <pc:docMk/>
          <pc:sldMk cId="1603319199" sldId="273"/>
        </pc:sldMkLst>
        <pc:spChg chg="mod">
          <ac:chgData name="영완 전" userId="94a232b962f42e62" providerId="LiveId" clId="{862E7F7D-119D-4717-AD52-91020921814B}" dt="2026-01-12T02:35:34.929" v="95" actId="20577"/>
          <ac:spMkLst>
            <pc:docMk/>
            <pc:sldMk cId="1603319199" sldId="27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35:50.462" v="98" actId="14100"/>
        <pc:sldMkLst>
          <pc:docMk/>
          <pc:sldMk cId="402733440" sldId="274"/>
        </pc:sldMkLst>
        <pc:spChg chg="mod">
          <ac:chgData name="영완 전" userId="94a232b962f42e62" providerId="LiveId" clId="{862E7F7D-119D-4717-AD52-91020921814B}" dt="2026-01-12T02:35:50.462" v="98" actId="14100"/>
          <ac:spMkLst>
            <pc:docMk/>
            <pc:sldMk cId="402733440" sldId="27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41:24.273" v="116" actId="20577"/>
        <pc:sldMkLst>
          <pc:docMk/>
          <pc:sldMk cId="2130397758" sldId="275"/>
        </pc:sldMkLst>
        <pc:spChg chg="mod">
          <ac:chgData name="영완 전" userId="94a232b962f42e62" providerId="LiveId" clId="{862E7F7D-119D-4717-AD52-91020921814B}" dt="2026-01-12T02:41:24.273" v="116" actId="20577"/>
          <ac:spMkLst>
            <pc:docMk/>
            <pc:sldMk cId="2130397758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31:10.379" v="117" actId="14100"/>
        <pc:sldMkLst>
          <pc:docMk/>
          <pc:sldMk cId="2585259124" sldId="277"/>
        </pc:sldMkLst>
        <pc:spChg chg="mod">
          <ac:chgData name="영완 전" userId="94a232b962f42e62" providerId="LiveId" clId="{862E7F7D-119D-4717-AD52-91020921814B}" dt="2026-01-12T04:31:10.379" v="117" actId="14100"/>
          <ac:spMkLst>
            <pc:docMk/>
            <pc:sldMk cId="2585259124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0:42.460" v="122" actId="20577"/>
        <pc:sldMkLst>
          <pc:docMk/>
          <pc:sldMk cId="738994464" sldId="278"/>
        </pc:sldMkLst>
        <pc:spChg chg="mod">
          <ac:chgData name="영완 전" userId="94a232b962f42e62" providerId="LiveId" clId="{862E7F7D-119D-4717-AD52-91020921814B}" dt="2026-01-12T04:40:42.460" v="122" actId="20577"/>
          <ac:spMkLst>
            <pc:docMk/>
            <pc:sldMk cId="738994464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1:58.125" v="131" actId="20577"/>
        <pc:sldMkLst>
          <pc:docMk/>
          <pc:sldMk cId="4157996601" sldId="279"/>
        </pc:sldMkLst>
        <pc:spChg chg="mod">
          <ac:chgData name="영완 전" userId="94a232b962f42e62" providerId="LiveId" clId="{862E7F7D-119D-4717-AD52-91020921814B}" dt="2026-01-12T04:41:58.125" v="131" actId="20577"/>
          <ac:spMkLst>
            <pc:docMk/>
            <pc:sldMk cId="4157996601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2:20.873" v="132" actId="14100"/>
        <pc:sldMkLst>
          <pc:docMk/>
          <pc:sldMk cId="571001270" sldId="281"/>
        </pc:sldMkLst>
        <pc:spChg chg="mod">
          <ac:chgData name="영완 전" userId="94a232b962f42e62" providerId="LiveId" clId="{862E7F7D-119D-4717-AD52-91020921814B}" dt="2026-01-12T04:42:20.873" v="132" actId="14100"/>
          <ac:spMkLst>
            <pc:docMk/>
            <pc:sldMk cId="571001270" sldId="28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3:22.534" v="137" actId="20577"/>
        <pc:sldMkLst>
          <pc:docMk/>
          <pc:sldMk cId="1102299911" sldId="284"/>
        </pc:sldMkLst>
        <pc:spChg chg="mod">
          <ac:chgData name="영완 전" userId="94a232b962f42e62" providerId="LiveId" clId="{862E7F7D-119D-4717-AD52-91020921814B}" dt="2026-01-12T04:43:22.534" v="137" actId="20577"/>
          <ac:spMkLst>
            <pc:docMk/>
            <pc:sldMk cId="1102299911" sldId="28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4:10.773" v="139" actId="20577"/>
        <pc:sldMkLst>
          <pc:docMk/>
          <pc:sldMk cId="2096682861" sldId="287"/>
        </pc:sldMkLst>
        <pc:spChg chg="mod">
          <ac:chgData name="영완 전" userId="94a232b962f42e62" providerId="LiveId" clId="{862E7F7D-119D-4717-AD52-91020921814B}" dt="2026-01-12T04:44:10.773" v="139" actId="20577"/>
          <ac:spMkLst>
            <pc:docMk/>
            <pc:sldMk cId="2096682861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5:32.898" v="157" actId="20577"/>
        <pc:sldMkLst>
          <pc:docMk/>
          <pc:sldMk cId="395427744" sldId="292"/>
        </pc:sldMkLst>
        <pc:spChg chg="mod">
          <ac:chgData name="영완 전" userId="94a232b962f42e62" providerId="LiveId" clId="{862E7F7D-119D-4717-AD52-91020921814B}" dt="2026-01-12T04:45:32.898" v="157" actId="20577"/>
          <ac:spMkLst>
            <pc:docMk/>
            <pc:sldMk cId="395427744" sldId="29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0:33.853" v="232" actId="20577"/>
        <pc:sldMkLst>
          <pc:docMk/>
          <pc:sldMk cId="3289483610" sldId="299"/>
        </pc:sldMkLst>
        <pc:spChg chg="mod">
          <ac:chgData name="영완 전" userId="94a232b962f42e62" providerId="LiveId" clId="{862E7F7D-119D-4717-AD52-91020921814B}" dt="2026-01-12T04:50:33.853" v="232" actId="20577"/>
          <ac:spMkLst>
            <pc:docMk/>
            <pc:sldMk cId="3289483610" sldId="29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0:56.752" v="238" actId="313"/>
        <pc:sldMkLst>
          <pc:docMk/>
          <pc:sldMk cId="4111026214" sldId="300"/>
        </pc:sldMkLst>
        <pc:spChg chg="mod">
          <ac:chgData name="영완 전" userId="94a232b962f42e62" providerId="LiveId" clId="{862E7F7D-119D-4717-AD52-91020921814B}" dt="2026-01-12T04:50:56.752" v="238" actId="313"/>
          <ac:spMkLst>
            <pc:docMk/>
            <pc:sldMk cId="4111026214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3:47.699" v="265" actId="20577"/>
        <pc:sldMkLst>
          <pc:docMk/>
          <pc:sldMk cId="2360583031" sldId="306"/>
        </pc:sldMkLst>
        <pc:spChg chg="mod">
          <ac:chgData name="영완 전" userId="94a232b962f42e62" providerId="LiveId" clId="{862E7F7D-119D-4717-AD52-91020921814B}" dt="2026-01-12T04:53:47.699" v="265" actId="20577"/>
          <ac:spMkLst>
            <pc:docMk/>
            <pc:sldMk cId="2360583031" sldId="30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5:11.689" v="275" actId="20577"/>
        <pc:sldMkLst>
          <pc:docMk/>
          <pc:sldMk cId="1348594612" sldId="307"/>
        </pc:sldMkLst>
        <pc:spChg chg="mod">
          <ac:chgData name="영완 전" userId="94a232b962f42e62" providerId="LiveId" clId="{862E7F7D-119D-4717-AD52-91020921814B}" dt="2026-01-12T04:55:11.689" v="275" actId="20577"/>
          <ac:spMkLst>
            <pc:docMk/>
            <pc:sldMk cId="1348594612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7:56.776" v="329" actId="20577"/>
        <pc:sldMkLst>
          <pc:docMk/>
          <pc:sldMk cId="3957712312" sldId="312"/>
        </pc:sldMkLst>
        <pc:spChg chg="mod">
          <ac:chgData name="영완 전" userId="94a232b962f42e62" providerId="LiveId" clId="{862E7F7D-119D-4717-AD52-91020921814B}" dt="2026-01-12T04:57:56.776" v="329" actId="20577"/>
          <ac:spMkLst>
            <pc:docMk/>
            <pc:sldMk cId="3957712312" sldId="31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8:40.437" v="330" actId="14100"/>
        <pc:sldMkLst>
          <pc:docMk/>
          <pc:sldMk cId="3909040051" sldId="313"/>
        </pc:sldMkLst>
        <pc:spChg chg="mod">
          <ac:chgData name="영완 전" userId="94a232b962f42e62" providerId="LiveId" clId="{862E7F7D-119D-4717-AD52-91020921814B}" dt="2026-01-12T04:58:40.437" v="330" actId="14100"/>
          <ac:spMkLst>
            <pc:docMk/>
            <pc:sldMk cId="3909040051" sldId="31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00:33.329" v="355" actId="20577"/>
        <pc:sldMkLst>
          <pc:docMk/>
          <pc:sldMk cId="3946155636" sldId="314"/>
        </pc:sldMkLst>
        <pc:spChg chg="mod">
          <ac:chgData name="영완 전" userId="94a232b962f42e62" providerId="LiveId" clId="{862E7F7D-119D-4717-AD52-91020921814B}" dt="2026-01-12T05:00:33.329" v="355" actId="20577"/>
          <ac:spMkLst>
            <pc:docMk/>
            <pc:sldMk cId="3946155636" sldId="31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11:22.691" v="49" actId="14100"/>
        <pc:sldMkLst>
          <pc:docMk/>
          <pc:sldMk cId="1087534461" sldId="331"/>
        </pc:sldMkLst>
        <pc:spChg chg="mod">
          <ac:chgData name="영완 전" userId="94a232b962f42e62" providerId="LiveId" clId="{862E7F7D-119D-4717-AD52-91020921814B}" dt="2026-01-12T02:11:22.691" v="49" actId="14100"/>
          <ac:spMkLst>
            <pc:docMk/>
            <pc:sldMk cId="1087534461" sldId="33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2:10:31.666" v="9" actId="20577"/>
        <pc:sldMkLst>
          <pc:docMk/>
          <pc:sldMk cId="3783407591" sldId="332"/>
        </pc:sldMkLst>
        <pc:spChg chg="mod">
          <ac:chgData name="영완 전" userId="94a232b962f42e62" providerId="LiveId" clId="{862E7F7D-119D-4717-AD52-91020921814B}" dt="2026-01-12T02:10:31.666" v="9" actId="20577"/>
          <ac:spMkLst>
            <pc:docMk/>
            <pc:sldMk cId="3783407591" sldId="332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12T02:11:43.478" v="50"/>
        <pc:sldMkLst>
          <pc:docMk/>
          <pc:sldMk cId="56036172" sldId="333"/>
        </pc:sldMkLst>
        <pc:spChg chg="mod">
          <ac:chgData name="영완 전" userId="94a232b962f42e62" providerId="LiveId" clId="{862E7F7D-119D-4717-AD52-91020921814B}" dt="2026-01-12T02:11:43.478" v="50"/>
          <ac:spMkLst>
            <pc:docMk/>
            <pc:sldMk cId="56036172" sldId="33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2:59.921" v="136" actId="20577"/>
        <pc:sldMkLst>
          <pc:docMk/>
          <pc:sldMk cId="1679753039" sldId="336"/>
        </pc:sldMkLst>
        <pc:spChg chg="mod">
          <ac:chgData name="영완 전" userId="94a232b962f42e62" providerId="LiveId" clId="{862E7F7D-119D-4717-AD52-91020921814B}" dt="2026-01-12T04:42:59.921" v="136" actId="20577"/>
          <ac:spMkLst>
            <pc:docMk/>
            <pc:sldMk cId="1679753039" sldId="33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6:49.169" v="159" actId="20577"/>
        <pc:sldMkLst>
          <pc:docMk/>
          <pc:sldMk cId="163675260" sldId="338"/>
        </pc:sldMkLst>
        <pc:spChg chg="mod">
          <ac:chgData name="영완 전" userId="94a232b962f42e62" providerId="LiveId" clId="{862E7F7D-119D-4717-AD52-91020921814B}" dt="2026-01-12T04:46:49.169" v="159" actId="20577"/>
          <ac:spMkLst>
            <pc:docMk/>
            <pc:sldMk cId="163675260" sldId="33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8:37.978" v="211" actId="20577"/>
        <pc:sldMkLst>
          <pc:docMk/>
          <pc:sldMk cId="3254080316" sldId="339"/>
        </pc:sldMkLst>
        <pc:spChg chg="mod">
          <ac:chgData name="영완 전" userId="94a232b962f42e62" providerId="LiveId" clId="{862E7F7D-119D-4717-AD52-91020921814B}" dt="2026-01-12T04:48:37.978" v="211" actId="20577"/>
          <ac:spMkLst>
            <pc:docMk/>
            <pc:sldMk cId="3254080316" sldId="33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9:45.446" v="218" actId="20577"/>
        <pc:sldMkLst>
          <pc:docMk/>
          <pc:sldMk cId="1223052780" sldId="340"/>
        </pc:sldMkLst>
        <pc:spChg chg="mod">
          <ac:chgData name="영완 전" userId="94a232b962f42e62" providerId="LiveId" clId="{862E7F7D-119D-4717-AD52-91020921814B}" dt="2026-01-12T04:49:45.446" v="218" actId="20577"/>
          <ac:spMkLst>
            <pc:docMk/>
            <pc:sldMk cId="1223052780" sldId="34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0:10.107" v="220" actId="14100"/>
        <pc:sldMkLst>
          <pc:docMk/>
          <pc:sldMk cId="4229691757" sldId="341"/>
        </pc:sldMkLst>
        <pc:spChg chg="mod">
          <ac:chgData name="영완 전" userId="94a232b962f42e62" providerId="LiveId" clId="{862E7F7D-119D-4717-AD52-91020921814B}" dt="2026-01-12T04:50:10.107" v="220" actId="14100"/>
          <ac:spMkLst>
            <pc:docMk/>
            <pc:sldMk cId="4229691757" sldId="34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1:55.549" v="250" actId="20577"/>
        <pc:sldMkLst>
          <pc:docMk/>
          <pc:sldMk cId="2740598256" sldId="343"/>
        </pc:sldMkLst>
        <pc:spChg chg="mod">
          <ac:chgData name="영완 전" userId="94a232b962f42e62" providerId="LiveId" clId="{862E7F7D-119D-4717-AD52-91020921814B}" dt="2026-01-12T04:51:55.549" v="250" actId="20577"/>
          <ac:spMkLst>
            <pc:docMk/>
            <pc:sldMk cId="2740598256" sldId="34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2:31.652" v="256" actId="20577"/>
        <pc:sldMkLst>
          <pc:docMk/>
          <pc:sldMk cId="3021811643" sldId="344"/>
        </pc:sldMkLst>
        <pc:spChg chg="mod">
          <ac:chgData name="영완 전" userId="94a232b962f42e62" providerId="LiveId" clId="{862E7F7D-119D-4717-AD52-91020921814B}" dt="2026-01-12T04:52:31.652" v="256" actId="20577"/>
          <ac:spMkLst>
            <pc:docMk/>
            <pc:sldMk cId="3021811643" sldId="34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3:20.251" v="259" actId="14100"/>
        <pc:sldMkLst>
          <pc:docMk/>
          <pc:sldMk cId="4103654544" sldId="346"/>
        </pc:sldMkLst>
        <pc:spChg chg="mod">
          <ac:chgData name="영완 전" userId="94a232b962f42e62" providerId="LiveId" clId="{862E7F7D-119D-4717-AD52-91020921814B}" dt="2026-01-12T04:53:20.251" v="259" actId="14100"/>
          <ac:spMkLst>
            <pc:docMk/>
            <pc:sldMk cId="4103654544" sldId="34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5:51.625" v="293" actId="313"/>
        <pc:sldMkLst>
          <pc:docMk/>
          <pc:sldMk cId="2608439199" sldId="348"/>
        </pc:sldMkLst>
        <pc:spChg chg="mod">
          <ac:chgData name="영완 전" userId="94a232b962f42e62" providerId="LiveId" clId="{862E7F7D-119D-4717-AD52-91020921814B}" dt="2026-01-12T04:55:51.625" v="293" actId="313"/>
          <ac:spMkLst>
            <pc:docMk/>
            <pc:sldMk cId="2608439199" sldId="34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6:04.148" v="294" actId="14100"/>
        <pc:sldMkLst>
          <pc:docMk/>
          <pc:sldMk cId="3133541736" sldId="349"/>
        </pc:sldMkLst>
        <pc:spChg chg="mod">
          <ac:chgData name="영완 전" userId="94a232b962f42e62" providerId="LiveId" clId="{862E7F7D-119D-4717-AD52-91020921814B}" dt="2026-01-12T04:56:04.148" v="294" actId="14100"/>
          <ac:spMkLst>
            <pc:docMk/>
            <pc:sldMk cId="3133541736" sldId="34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6:31.487" v="296" actId="20577"/>
        <pc:sldMkLst>
          <pc:docMk/>
          <pc:sldMk cId="3640917163" sldId="350"/>
        </pc:sldMkLst>
        <pc:spChg chg="mod">
          <ac:chgData name="영완 전" userId="94a232b962f42e62" providerId="LiveId" clId="{862E7F7D-119D-4717-AD52-91020921814B}" dt="2026-01-12T04:56:31.487" v="296" actId="20577"/>
          <ac:spMkLst>
            <pc:docMk/>
            <pc:sldMk cId="3640917163" sldId="35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9:30.060" v="336" actId="20577"/>
        <pc:sldMkLst>
          <pc:docMk/>
          <pc:sldMk cId="283182239" sldId="351"/>
        </pc:sldMkLst>
        <pc:spChg chg="mod">
          <ac:chgData name="영완 전" userId="94a232b962f42e62" providerId="LiveId" clId="{862E7F7D-119D-4717-AD52-91020921814B}" dt="2026-01-12T04:59:30.060" v="336" actId="20577"/>
          <ac:spMkLst>
            <pc:docMk/>
            <pc:sldMk cId="283182239" sldId="35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9:08.549" v="214" actId="20577"/>
        <pc:sldMkLst>
          <pc:docMk/>
          <pc:sldMk cId="1539801774" sldId="353"/>
        </pc:sldMkLst>
        <pc:spChg chg="mod">
          <ac:chgData name="영완 전" userId="94a232b962f42e62" providerId="LiveId" clId="{862E7F7D-119D-4717-AD52-91020921814B}" dt="2026-01-12T04:49:08.549" v="214" actId="20577"/>
          <ac:spMkLst>
            <pc:docMk/>
            <pc:sldMk cId="1539801774" sldId="35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51:33.656" v="246" actId="20577"/>
        <pc:sldMkLst>
          <pc:docMk/>
          <pc:sldMk cId="1678376693" sldId="354"/>
        </pc:sldMkLst>
        <pc:spChg chg="mod">
          <ac:chgData name="영완 전" userId="94a232b962f42e62" providerId="LiveId" clId="{862E7F7D-119D-4717-AD52-91020921814B}" dt="2026-01-12T04:51:33.656" v="246" actId="20577"/>
          <ac:spMkLst>
            <pc:docMk/>
            <pc:sldMk cId="1678376693" sldId="35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4:47:54.054" v="173" actId="14100"/>
        <pc:sldMkLst>
          <pc:docMk/>
          <pc:sldMk cId="3255275920" sldId="355"/>
        </pc:sldMkLst>
        <pc:spChg chg="mod">
          <ac:chgData name="영완 전" userId="94a232b962f42e62" providerId="LiveId" clId="{862E7F7D-119D-4717-AD52-91020921814B}" dt="2026-01-12T04:47:54.054" v="173" actId="14100"/>
          <ac:spMkLst>
            <pc:docMk/>
            <pc:sldMk cId="3255275920" sldId="35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25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3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511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3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24</a:t>
            </a:r>
            <a:r>
              <a:rPr lang="ko-KR" altLang="en-US"/>
              <a:t>장  지방재정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1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603BA23-8B3E-6177-4600-7A6EB52BC0AE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2A098B26-252A-ABEC-C573-A6CD588031E3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50AD4CA4-FB54-C88A-5A90-871F429549B7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0923BF65-8690-9680-9C64-8A3B2A64B183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24</a:t>
            </a:r>
            <a:r>
              <a:rPr lang="ko-KR" altLang="en-US"/>
              <a:t>장  지방재정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641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24</a:t>
            </a:r>
            <a:r>
              <a:rPr lang="ko-KR" altLang="en-US"/>
              <a:t>장  지방재정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87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24</a:t>
            </a:r>
            <a:r>
              <a:rPr lang="ko-KR" altLang="en-US"/>
              <a:t>장  지방재정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4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24</a:t>
            </a:r>
            <a:r>
              <a:rPr lang="ko-KR" altLang="en-US"/>
              <a:t>장  지방재정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1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9AF0F5-4EBE-8C4A-4C71-7DD8FF0200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D0D0AB6-9944-67BA-3878-187D30278F54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F50ED02-ABBA-42ED-B2BA-E12A21094794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27D425-4F73-BB61-7327-9D5753B7D2D5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311029A-433A-68B3-A185-22F5CFF81D7D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D583AB13-A912-E479-2D58-A6FE4CAE5568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24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지방재정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EB40AF7-2A59-7BF0-78E8-146A4C2EEECC}"/>
              </a:ext>
            </a:extLst>
          </p:cNvPr>
          <p:cNvSpPr txBox="1">
            <a:spLocks/>
          </p:cNvSpPr>
          <p:nvPr/>
        </p:nvSpPr>
        <p:spPr>
          <a:xfrm>
            <a:off x="4389120" y="368488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중앙집권제도와 지방분권제도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재방재정 조정제도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24.6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연성예산제약의 문제</a:t>
            </a:r>
          </a:p>
        </p:txBody>
      </p:sp>
    </p:spTree>
    <p:extLst>
      <p:ext uri="{BB962C8B-B14F-4D97-AF65-F5344CB8AC3E}">
        <p14:creationId xmlns:p14="http://schemas.microsoft.com/office/powerpoint/2010/main" val="293504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중앙집권제도와 지방분권제도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1772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정부조직이 효율적일 것인지를 논의하기에 앞서 두 가지 극단적인 체제의 장단점을 생각해 볼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 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권한이 중앙정부에 집중되어 있는 체제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지방분권제도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지방정부에 권한이 철저히 분산되어 있는 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체제의 장점은 다른 체제의 단점으로 간주될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경제안정을 위한 정책의 수행이란 측면에서 보면 중앙집권적인 체제가 명백한 우위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지방정부들은 효과적인 재정정책이나 금융정책의 수단 그 자체를     갖지 못하고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지방정부가 독자적으로 경제안정을 위한 정책을 쓴다고 할 때   발생하는 조정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(co-ordination)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문제는 매우 심각할 것이 분명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지방정부가 현재의 경제상황을 정확히 파악하고 적절한 대책을    세울 수 있는 능력을 갖고 있는지의 여부도 분명하지 않음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407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65969" cy="4754563"/>
          </a:xfrm>
        </p:spPr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소득재분배정책이 전적으로 지방정부의 책임하에 운영되는 체제하에서는 지역마다 재분배정책의 내용에 차이가 있을 수밖에 없고 이에 따라 인구의 이동이 촉발될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 체제로 소득재분배정책을 추진한 결과 사람들의 주거지 선택과 관련된 의사결정과정에 교란을 일으킨다면 그 자체가 사회적 후생의 손실을 가져오는 원인이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이와 같은 방식으로 운영되는 소득재분배정책이 장기적으로 유지될 수도 없음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753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측면에서는 우위가 있는 부분과 그렇지 않은 부분이 혼재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국방이나 우편서비스 같은 것들은 범국가적 차원에서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공급되어야 더욱 효율적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존재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지방정부는 서로 다른 지방정부에 기대어 무임승차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(free riding)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하려는 경향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규모의 경제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 우편서비스에 관해 중앙정부가 상대적 우위를 갖게 되는 것은 전국적으로 통일된 규격을 유지하고 규모를 크게 하는 데서 나오는 이득이 현저하기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조세징수상의 효율성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분권화 상태에서 이동성 높은 생산요소에 무거운 세금부담을 지우면 다른 지역으로 이동하게 만드는 교란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03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지방분권제도의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46379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주민 선호의 충실한 반영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중앙집권제가 갖는 기본적인 한계는 각 지역의 특수한 여건 혹은 그  지역 주민들의 독특한 선호를 충분히 반영하는 행정이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주민들과 비교적 가까운 거리에서 대화할 수 있는 여건에 있기 때문에 그들이 원하는 바를 정책에 충실히 반영할 수 있는 이점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700"/>
              </a:spcAft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공공사업과 관련된 조세부담의 인식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체제하에서는 주민들이 정부의 지출 프로그램과 관련된 추가적 조세부담을 좀 더 명백하게 인식하기 때문에 효율적인 정책 수행이 가능해짐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071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지방분권제도의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95683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사이의 경쟁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공공부문이 비효율성을 보이게 되는 가장 근본적인 이유 중의 하나는 경쟁의 압력이 없기 때문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지방정부가 독자적인 재정 프로그램을 운영하고 있는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체제에서는 지방정부들 사이에 경쟁이 벌어지는 양상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여러 지방정부가 경쟁하고 있는 체제에서는 정부 운영상의 기술혁신이 더 자주 일어날 수 있다는 이점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340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spcAft>
                    <a:spcPts val="1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나라는 역사적 전통 또는 사회적 배경에 따라 서로 다른 중앙집권화의 정도를 보임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</a:pPr>
                <a:r>
                  <a:rPr lang="ko-KR" altLang="en-US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중앙집권화율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(centralization ratio)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 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중앙정부의</m:t>
                        </m:r>
                        <m:r>
                          <m:rPr>
                            <m:nor/>
                          </m:rPr>
                          <a:rPr lang="en-US" altLang="ko-KR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직접적</m:t>
                        </m:r>
                        <m:r>
                          <m:rPr>
                            <m:nor/>
                          </m:rPr>
                          <a:rPr lang="en-US" altLang="ko-KR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지출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정부부문의</m:t>
                        </m:r>
                        <m:r>
                          <m:rPr>
                            <m:nor/>
                          </m:rPr>
                          <a:rPr lang="en-US" altLang="ko-KR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총지출</m:t>
                        </m:r>
                      </m:den>
                    </m:f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52438" lvl="1" indent="-180975">
                  <a:lnSpc>
                    <a:spcPct val="130000"/>
                  </a:lnSpc>
                </a:pP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직접적 지출 </a:t>
                </a: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중앙정부가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지방정부에 제공한 보조금을 제외한 모든 지출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035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단순히 중앙정부의 직접적 지출이 차지하는 비중을 계산해 정부부문이 중앙집권화된 정도를 측정하는 것은 맹목적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단지 지출의 주체가 어느 쪽인가를 따지는 것만으로는 실질적인 중앙집권화의 정도를 정확하게 파악할 수 없는 경우가 많음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지급한 보조금을 사용해 지방정부가 어떤 사업을 수행  하고는 있지만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실질적으로는 중앙정부가 행한 지출과 전혀 다를 바 없는 경우  ⇒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 정도를 과소평가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성격상 지방정부가 당연히 수행해야 할 사업인데도 로비활동을  벌여 중앙정부가 이를 대신 수행하도록 만드는 경우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중앙집권화 정도를 과대평가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972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7B55808-69ED-4450-A6CC-7B30734B6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9028" y="1522079"/>
            <a:ext cx="7265943" cy="482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8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(fiscal federalism)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지방과 중앙에 여러 단계의 정부를 두되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사업의 성격상 가장 적합한 단계의 정부가 그 일을 맡게 하는 체제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지방정부 사이의 경제적 역할 분담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경제안정과 소득분배의 영역에서는 중앙정부가 기본적 책임을 지는 것이 </a:t>
            </a:r>
            <a:r>
              <a:rPr lang="ko-KR" altLang="en-US" sz="2000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국방과 같이 국민 전체의 차원에서 소비가 이루어지는 </a:t>
            </a: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국가공공재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(national public goods)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중앙정부가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공급을 맡는 것이 </a:t>
            </a:r>
            <a:r>
              <a:rPr lang="ko-KR" altLang="en-US" sz="2000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학교나 공원서비스처럼 한 지역에 모여 사는 사람들이 주로 소비하는 </a:t>
            </a: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(local public goods)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지방정부에게 책임을 맡기는 것이 </a:t>
            </a:r>
            <a:r>
              <a:rPr lang="ko-KR" altLang="en-US" sz="2000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806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53995" cy="4754563"/>
          </a:xfrm>
        </p:spPr>
        <p:txBody>
          <a:bodyPr anchor="ctr">
            <a:noAutofit/>
          </a:bodyPr>
          <a:lstStyle/>
          <a:p>
            <a:pPr marL="271463" indent="-271463">
              <a:spcAft>
                <a:spcPts val="15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Oates)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(decentralization theorem)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지역공공재를 어느 단계의 정부가 생산하든 똑같은 비용이 든다면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모든 지역에 대해 일정한 양을 공급하는 것보다 각 지방정부가 스스로의 판단하여 적절한 양을 공급하는 것이 더욱 효율적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논리를 확장하면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단계의 지방정부 중에서 더 작은 단위의 지방정부가 지역공공재를 공급하게 만드는 것이 더 효율적이라는 결론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최적의 재정연방체제는 아주 작은 단위로 세분된 지방정부 조직을     요구한다는 의미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331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91401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각 지역의 수요를 반영해 지역공공재의 공급량에 적절히 차등을 두는 방향으로 운영할 수 있다면 지방분권을 할 필요가 없을 것임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현명한 중앙계획자가 될 수 없는 현실적 여건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부족 때문에 중앙정부가 지역공공재에 대한 각 지역의 수요를 정확하게 알기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압력 때문에 중앙정부가 어떤 특정 지역에서 다른 지역보다 더 높은 수준의 지역공공재를 공급하기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3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82842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선호차이가 있는 한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중앙정부가 획일화된 결정을 내리는 것보다 분권화 체제에 의해 선호의 차이가 반영될 수 있는 쪽이 더욱 효율적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단계의 지방정부 중에서도 더 작은 단위의 지방정부로 하여금 지역공공재를 공급하게 만드는 것이 한층 더 효율적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최적의 재정연방체제는 아주 작은 단위로 세분화된 지방정부의 조직을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이 정리가 전제하고 있는 바와 달리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의사결정의 단위가 되는 정부의 크기가 커짐에 따라 비용상의 이점이 나타날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397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lvl="1" indent="-271463"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원점에서 멀리 떨어져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전체인구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가까운 점일수록 덜 세분화된 지방정부를 의미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곡선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덜 세분화된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지방정부일수록 주민들의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선호를 제대로 반영하지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못하는 데서 나오는 손실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endParaRPr lang="en-US" altLang="ko-KR" sz="5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곡선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의사결정단위가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커지는 데서 나오는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비용상의 이득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바람직한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세분화의 정도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96" b="-10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FFFF77-3960-48A5-9B34-BB706D878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6678" y="2659279"/>
            <a:ext cx="4969143" cy="339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1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6339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재정연방체제에서는 어떤 단계의 정부가 어떤 종류의 공공재를 공급하는 임무를 맡아야 하는가의 문제가 중요한 과제로 등장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역할분담의 원칙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국가공공재의 성격을 갖는 경우에는 중앙정부가 공급의 책임을 지는 한편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지역공공재의 성격을 갖는 것은 지방정부가 맡는 방식으로 역할의 분담이 이루어져야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같은 지역공공재라 해도 그 영향의 범위가 각각 다르므로 적합한 단계의 지방정부를 찾아 그 책임을 맡기는 문제가 남음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 역시 그것을 소비하는 사람들이 어떤 지역에 분포되어 있는지 우선 살펴보고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지역을 대표하는 지방정부에 이를 공급하는 임무를 배정하는 방식으로 문제를 해결할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259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6340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완전일치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(perfect correspondence)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공공재를 소비하는 사람들이 살고 있는 지역을 대표하는 정부가 그 공급의 책임을 맡도록 완벽하게  임무의 분담을 이룬 상태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상태하에서는 정부부문이 공급하고자 하는 공공재의 성격에 따라 적합한 재정연방체제의 구조가 결정되는 양상이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정부부문이 공급하려는 공공재 중 국가공공재의 성격을 갖는 것들의  비중이 높을수록 중앙정부가 차지하는 비중 커짐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  <a:spcAft>
                <a:spcPts val="6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 지역공공재의 성격을 갖는 것들이 큰 비중을 차지하는 경우에는 지방정부의 역할이 강조되는 재정연방체제를 갖게 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 상황에서는 외부효과로 인한 문제가 일어나지 않음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재정연방체제의 비효율성이 나타나는 가장 큰 이유는 지방정부가 생산한 공공재의 혜택이 다른 지방정부로 흘러 나가는 외부효과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994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재정연방체제하의 조세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08026" cy="4754563"/>
          </a:xfrm>
        </p:spPr>
        <p:txBody>
          <a:bodyPr anchor="ctr">
            <a:noAutofit/>
          </a:bodyPr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조세배정의 문제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(tax-assignment problem)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단계의 정부가 어떤 조세를 부과하는 것이 바람직한지의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나라와 나라 사이에 자원 이동성이 그리 크지 않고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나라 안에서는 자원의 이동성이 매우 크다는 것을 전제로 논의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세분화된 지방정부일수록 한층 더 큰 자원의 이동성에 직면하는 상황에서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어느 단계의 정부가 어떤 종류의 세금을 부과하는 것이     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271463" indent="-271463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체제하에서 노동과 자본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상품이 더 낮은 세금 부담을 찾아 더 쉽게 움직여 갈 수 있고 이 과정에서 비효율성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가능한 한 이동성이 높은 경제주체나 자원에 대한 과세를 삼가야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799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재정연방체제하의 조세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2554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Oates)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혜택과 직접적 관련이 없는 조세의 경우에만 이동에 따른 비효율성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지방정부가 어떤 혜택이 수반된 세금을 징수한다면 구태여 다른 지역으로 이동할 유인을 느끼지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관점에서 볼 때 지방정부는 이동성이 높은 경제주체나 자원에 대해 혜택이 결부되지 않은 조세를 부과하지 않는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주택은 이동성이 없다는 점 때문에 지방정부가 이를 과세대상으로 선호하는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1001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24.3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37121" cy="4754563"/>
          </a:xfrm>
        </p:spPr>
        <p:txBody>
          <a:bodyPr anchor="ctr">
            <a:noAutofit/>
          </a:bodyPr>
          <a:lstStyle/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 더불어 지방자치제도의 당위성을 이론적으로 뒷받침해   주는 역할을 하고 있는 것이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Tiebout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model)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지역공공재의 경우 각 지방정부가 독자적으로 그 공급에 대한 결정을 내리는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분권화체제가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효율적 배분을 가져온다는 것 입증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마을을 대표하는 지방정부가 독자적으로 조세징수와 지방공공재의  공급에 관한 결정을 내리고 있는 분권화된 체제 상정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지역마다 서로 다른 재정 프로그램을 제공하며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사람들은 자신의 선호에 따라 마음에 드는 지역을 거주지로 선택할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매력적인 재정 프로그램을 제공하는 곳으로 가장 많은 사람이 몰려드는 결과가 나타나게 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753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지역이 제시하는 재정 프로그램에 대한 사람들의 의사는 그 지역에서 살지 아니면 떠날지를 결정하는 것으로 표현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마음에 들지 않는 재정 프로그램을 제공하는 지역의 경우에는 이를 떠나 다른 지역으로 옮겨 가는 행위를 통해 불만을 표시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발에 의한 투표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(voting with the feet)</a:t>
            </a:r>
          </a:p>
          <a:p>
            <a:pPr marL="449263" lvl="1" indent="-177800"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불만을 표현하는 두 가지 방법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(exit option, voice option)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‘exit option’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최소한 지역공공재의 성격을 갖는 것과 관련해서는 분권화된 배분체제가 효율적일 수 있다는 것 보임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이전에 </a:t>
            </a:r>
            <a:r>
              <a:rPr lang="ko-KR" altLang="en-US" sz="2000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새뮤얼슨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Samuelson)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공공재의 개념을 제시하고 이에 대해서는 분권적인 배분체계가 효율적 배분을 실현할 수 없다고 지적</a:t>
            </a:r>
            <a:endParaRPr lang="en-US" altLang="ko-KR" sz="2000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2299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기본가정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60502"/>
            <a:ext cx="7945928" cy="4754563"/>
          </a:xfrm>
        </p:spPr>
        <p:txBody>
          <a:bodyPr anchor="ctr">
            <a:noAutofit/>
          </a:bodyPr>
          <a:lstStyle/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다수의 지역사회가 존재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재정 프로그램을 제공하는 지역사회의  수가 많아 사람들은 가장 마음에 드는 거주지를 선택할 수 있음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정보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지역마다 재정 프로그램이 어떻게 다른지에 대해 정확하게 알고 있어야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이동성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발에 의한 투표를 할 수 있기 위해서는 이동성이 커야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규모수익불변의 생산기술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지역사회의 규모가 더 커짐에 따라 비용상의 이득이 생기는 것을 배제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 존재하지 않음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취한 행동으로 인해 발생하는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6682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21486" cy="4754563"/>
          </a:xfrm>
        </p:spPr>
        <p:txBody>
          <a:bodyPr anchor="ctr">
            <a:noAutofit/>
          </a:bodyPr>
          <a:lstStyle/>
          <a:p>
            <a:pPr marL="271463" indent="-271463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기본가정이 충족된다면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지방정부가 독자적으로 세금징수와 지역공공재의 공급에 관한 결정을 내리는 분권화된 체제에서 효율적인  자원배분이 달성될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세계에서는 여러 지방정부가 제각기 다른 재정 프로그램을 내놓고 이를 좋아하는 주민들이 들어와 살기를 기다리고 있는 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발에 의한 투표는 결국 사용재 시장에서 소비자들이 가장 좋은 상품을 가장 싸게 사기 위해 찾아다니는 것과 같은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결과로 달성된 균형에서는 각자가 가장 선호하는 마을을 골라  거주하게 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더 이상 개선의 여지가 없는 효율적인 상태가 이루어짐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427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66463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티부모형은 이와 같은 균형상태에서 각 지역에 비슷한 기호와 소득을  갖고 있는 사람들이 모여 사는 양상이 나타날 것이라고 예측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 측면에서 비슷한 사람이 모여 산다는 점은 다음과 같이 설명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재정 프로그램에 대한 선호가 각자의 소득수준과 체계적인 관계를 갖고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재원이 어떤 방식으로 조달되는 것을 상정하고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있느냐와도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밀접한 관련을 지님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티부모형에서는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지방정부의 재원은 재산세로 마련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675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부유한 지역 안의 값싸고 작은 집을 얻어서 살 수 있다면 적은 세금만 내고도 좋은 지출 프로그램의 혜택을 누림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부유한 사람들 입장에서 보면 값싼 주택들의 비율이 더 높아질수록 자신의 조세부담이 더 커지는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부유한 사람 입장에서는 가난한 사람들이 들어와 사는 것을 억제할 유인이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지역에 건설되는 주택이 최소규모를 넘도록 규제하는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배타적 구획규제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(exclusionary zoning)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에는 이러한 의도가 담겨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4943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617575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티부모형의 기본가정들은 현실에서 충족되기 힘들다는 한계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선택 가능한 지역사회의 숫자가 많지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않을뿐더러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지역사회들의 재정 프로그램의 차이가 그리 크지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 프로그램에 따라 사람들이 완전한 이동성을 갖는다는 가정도 충족되기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직장이나 학군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주택가격 등이 재정 프로그램의 적합성보다 더 중요한 고려사항일 수 있음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 대한 고려가 전혀 없다는 점도 문제점으로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부유한 사람들과 가난한 사람들이 따로 떨어져 부유한 사람들은 높은 수준의 공공서비스를 누리고 가난한 사람들은 낮은 수준의 공공서비스를 누리는 결과는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측면에서 문제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275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2183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위시한 대부분의 나라에서 지방정부의 재정능력은             중앙정부에 비해 무척 취약한 것이 일반적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수직적 재정불균형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(vertical fiscal imbalance)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지방정부 사이에서도 재정 불균형이 존재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수평적 재정불균형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(horizontal fiscal imbalance)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조정제도는 위와 같은 불균형 문제와 더불어                          재정연방체제에서 발생하는 여러 문제들에 대한 해결책으로 활용</a:t>
            </a:r>
            <a:endParaRPr lang="en-US" altLang="ko-KR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4080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지역간 외부성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08026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지역간 외부성의 문제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상태가 달성될 경우에는 외부성의 문제가 생기지 않음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현실의 지방정부 조직을 보면 완전한 일치의 상태와는 거리가 멀고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지역과 지역 사이에서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상당한 정도로 나타남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지방정부보다 상위의 정부가 외부효과에 대한 적절한 보상을 해줌으로써 유인구조를 바로잡아 주는 것이 필요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상위의 정부가 적절한 보조금 혹은 교부금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(grant)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지급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피구적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보조금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(Pigouvian subsidy)</a:t>
            </a:r>
            <a:endParaRPr lang="ko-KR" altLang="en-US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801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재정능력 불균형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0743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재정능력의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불균형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재정능력상의 불균형상태를 시정하기 위해 중앙정부가 일단 자신의    필요 이상으로 조세수입을 확보한 다음 재정능력이 빈약한 지방정부에 집중적으로 보조해 주는 방법 사용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보조는 아무 조건이 딸리지 않고 단지 중앙정부와 지방정부가 조세수입을 서로 나누어 쓴다는 관점에서 지급 ⇒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세입공유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(revenue sharing)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052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재정능력 불균형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9838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지역간 불균형을 해소해야 할 의무를 갖게 된다는 논거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지역마다 재정능력에 차이가 있으면 국민들 사이에 수평적 공평성의 문제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614363" lvl="1" indent="-271463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소득이나 재산의 차이에 관계없이 어떤 상품은 평등하게 소비할 수 있어야 한다는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상품평등주의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(commodity egalitarianism)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관점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9691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지방정부로 역할위임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0575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지방정부로의 역할위임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어떤 공공서비스를 직접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것이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자금만 대고 생산과 공급 그 자체는 지방정부에 위임하는 경우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공급의 책임을 맡는 것이 더 효율적이 될 수 있는 이유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주민들의 선호나 필요를 더 잘 파악할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지방정부가 서로 경쟁함으로써 효율적인 생산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483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여러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2554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교부금은 크게 보아 조건이 딸려 있느냐의 여부에 따라 조건부교부금과 무조건부교부금의 두 유형으로 구분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조건부교부금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(conditional grant)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특정한 조건을 달고  지방정부에 제공하는 교부금으로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범주적 교부금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’(categorical grant)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(unconditional grant)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지방정부와 세입을 공유한다는 입장에서 아무 조건 없이 제공하는 교부금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026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여러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62306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조건부교부금은 어떤 형식으로 교부금을 지급하느냐에 따라 대응교부금과 비대응교부금으로 세분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614363" lvl="1" indent="-27146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대응교부금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(matching grant)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수행하는 사업의 비용  일부를 중앙정부가 부담하는 방식으로 교부금을 지급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가격보조의   역할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14363" lvl="1" indent="-27146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(non-matching grant)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일정한 규모의 보조금을 지급하되 공공서비스의 추가적 생산에 사용해야 한다는   조건을 붙임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소득보조의 역할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8376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5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</a:t>
                </a:r>
                <a:endParaRPr lang="en-US" altLang="ko-KR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무조건부교부금은 지역 주민들의 소득을 증가시킨 것과 같은 효과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ko-KR" altLang="en-US" dirty="0"/>
                  <a:t>⇒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𝑪𝑫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교부금으로 인한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공공서비스는 </a:t>
                </a:r>
                <a:br>
                  <a:rPr lang="en-US" altLang="ko-KR" b="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 소비는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증가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2FC688-64D2-4002-99BB-3C39B31CE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712" y="2936032"/>
            <a:ext cx="5651083" cy="32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61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비대응교부금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소득보조의 형태로 교부금 지급하되 공공서비스의 추가적 생산에     사용해야 한다는 조건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𝑨𝑭𝑫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교부금으로 인한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공공서비스는 </a:t>
                </a:r>
                <a:br>
                  <a:rPr lang="en-US" altLang="ko-KR" b="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 소비는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증가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59E79D-F745-49B1-856D-45582D4F1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9322" y="2946913"/>
            <a:ext cx="5847762" cy="331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98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295064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spcBef>
                    <a:spcPts val="0"/>
                  </a:spcBef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예시의 경우 비대응교부금은 무조건부교부금과 지방정부의 선택이나 후생 측면에서 아무런 차이가 없음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비대응교부금이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무조건부교부금과 다른 효과를 내는 것은 특수한 경우에 한정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sz="2000" b="1" i="0" spc="-4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pc="-40" dirty="0" smtClean="0">
                        <a:latin typeface="Cambria Math" panose="02040503050406030204" pitchFamily="18" charset="0"/>
                      </a:rPr>
                      <m:t>𝑪𝑭</m:t>
                    </m:r>
                  </m:oMath>
                </a14:m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무조건부교부금 아래서 추가적으로 선택 가능한 점들 의미</a:t>
                </a:r>
                <a:r>
                  <a:rPr lang="en-US" altLang="ko-KR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9263" lvl="1" indent="-177800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무조건부교부금이 지급되었다면 이 </a:t>
                </a:r>
                <a14:m>
                  <m:oMath xmlns:m="http://schemas.openxmlformats.org/officeDocument/2006/math">
                    <m:r>
                      <a:rPr lang="en-US" altLang="ko-KR" sz="2000" i="1" spc="-40" dirty="0">
                        <a:latin typeface="Cambria Math" panose="02040503050406030204" pitchFamily="18" charset="0"/>
                      </a:rPr>
                      <m:t>𝑪𝑭</m:t>
                    </m:r>
                  </m:oMath>
                </a14:m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한 점이 선택되었을 것인데 조건이 붙어 모서리인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점이 선택되는 경우에 한해 조건이 붙었는지의 여부가 차이를 가져오게 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9263" lvl="1" indent="-177800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제공받았을 때 선분 </a:t>
                </a:r>
                <a14:m>
                  <m:oMath xmlns:m="http://schemas.openxmlformats.org/officeDocument/2006/math">
                    <m:r>
                      <a:rPr lang="en-US" altLang="ko-KR" sz="2000" b="1" i="1" spc="-40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i="1" spc="-40" dirty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길이에도 못 미치는 공공   서비스를 생산하려 하는 경우에만 조건을 다는 것이 효과 발휘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295064" cy="4754563"/>
              </a:xfrm>
              <a:blipFill>
                <a:blip r:embed="rId2"/>
                <a:stretch>
                  <a:fillRect l="-661" r="-4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1811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대응교부금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34068"/>
                <a:ext cx="7981950" cy="4542898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대응교부금</a:t>
                </a:r>
                <a:endParaRPr lang="en-US" altLang="ko-KR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Bef>
                    <a:spcPts val="0"/>
                  </a:spcBef>
                  <a:spcAft>
                    <a:spcPts val="1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가격보조의 형태로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교부금을 지급해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가격이 하락하는 효과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Bef>
                    <a:spcPts val="0"/>
                  </a:spcBef>
                  <a:spcAft>
                    <a:spcPts val="1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𝑨𝑮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1463" indent="-271463">
                  <a:spcBef>
                    <a:spcPts val="0"/>
                  </a:spcBef>
                  <a:spcAft>
                    <a:spcPts val="1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교부금으로 인해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증가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34068"/>
                <a:ext cx="7981950" cy="4542898"/>
              </a:xfrm>
              <a:blipFill>
                <a:blip r:embed="rId2"/>
                <a:stretch>
                  <a:fillRect l="-7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7753AAC-4F19-4AC9-81F9-BFB1E3202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5040" y="2618238"/>
            <a:ext cx="5398433" cy="322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29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대응교부금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178686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sz="2000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무조건부교부금과의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비교</a:t>
                </a:r>
                <a:endParaRPr lang="en-US" altLang="ko-KR" sz="2000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동일한 후생변화를 가져오도록 무조건부교부금을 지급하는 경우에서 교부금의 크기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𝑯𝑰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𝑱𝑨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altLang="ko-KR" sz="2000" dirty="0"/>
                  <a:t> ⇒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𝑱𝑲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무조건부교부금이 주어질 때의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𝒃</m:t>
                        </m:r>
                      </m:sub>
                    </m:sSub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 소비량은 무조건부교부금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대응교부금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아래서 더 크게 나타남 ⇒ 지방정부가 더 많은 공공서비스를 생산하도록 유도하는 측면에서 무조건부교부금보다 대응교부금이 더 효과적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교부금의 크기는 무조건부교부금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𝑯𝑰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대응교부금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아래서 더 크게 나타남 ⇒ 이 차이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대응교부금에 의해 발생하는 비효율성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자중손실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이해할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178686" cy="4754563"/>
              </a:xfrm>
              <a:blipFill>
                <a:blip r:embed="rId2"/>
                <a:stretch>
                  <a:fillRect l="-671" r="-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3654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25394" cy="4754563"/>
          </a:xfrm>
        </p:spPr>
        <p:txBody>
          <a:bodyPr anchor="ctr">
            <a:noAutofit/>
          </a:bodyPr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지방정부에 일정한 크기의 교부금을 소득보조 형식으로 지급하면 주민들의 소득이 바로 그만큼 증가된 것과 같은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무조건부교부금이나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형태로 제공된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 그 지역에서 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소비되는 공공서비스의 양에 미치는 영향은 주민의 소득이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 증가한 경우와 똑같아야 한다는 의미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이러한 이론적 예측이 그다지 잘 들어맞지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소득보조의 형태로 얻은 추가 재원 중 공공서비스의 추가적 생산에 사용하는 부분의 비율은 주민 소득 증가분 중 공공서비스의 추가적 생산에 투입되는 부분의 비율보다 일반적으로 더 높게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지방정부를 향해 돈을 던지면 이것이 주민들의 주머니로 옮겨가는 것이 아니라 지방정부의 수중에 그대로 남는 상황 발생 </a:t>
            </a:r>
            <a:b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(flypaper effect)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0583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320003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끈끈이효과가 발생하는 이유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교부금과 관련한 지방정부 관료들의 태도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예산극대화를 원하는 관료들이 중앙정부로부터 교부금을 받았다는 사실을    정확하게 알리지 않고 지출을 늘리는 데 사용할 가능성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1200"/>
              </a:spcAft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지방정부에 제공된 교부금이 주민들의 주머니로 다시 돌아가는 것을 원치 않는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압력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끈끈이효과의 존재는 교부금에 대한 이론적 결론을 부분적으로 수정해야 할 필요성 제기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이론적 분석에 의하면 공공서비스의 추가적 생산을 촉진하는 측면에서 볼 때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비대응교부금보다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대응교부금이 훨씬 더 효과적인 수단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끈끈이효과는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비대응교부금이라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할지라도 실제로는 공공서비스의 추가적 생산을 촉진하는 데 큰 힘을 발휘하고 있음을 시사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594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24.5  </a:t>
            </a: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sz="2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재방재정</a:t>
            </a: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조정제도 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endParaRPr lang="ko-KR" altLang="en-US" sz="2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601790"/>
            <a:ext cx="8053994" cy="4754563"/>
          </a:xfrm>
        </p:spPr>
        <p:txBody>
          <a:bodyPr anchor="ctr">
            <a:noAutofit/>
          </a:bodyPr>
          <a:lstStyle/>
          <a:p>
            <a:pPr marL="270000" indent="-270000">
              <a:lnSpc>
                <a:spcPct val="10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 지방재정 조정제도는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두 가지 정책수단을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중심축으로하여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운영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0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지방자치단체 사이의 수직적 재정불균형을 보완하는 수단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0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지방자치단체 사이의 재정능력 격차를 메워주는 역할을 하기 때문에 수평적 재정불균형의 보완에도 기여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0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지방자치단체 사이의 세입공유 원칙에 따라 중앙정부가    지방자치단체에게 아무런 조건 없이 재원이 넘겨진다는 뜻으로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갖는다고 말할 수 있음</a:t>
            </a:r>
          </a:p>
          <a:p>
            <a:pPr marL="449263" lvl="1" indent="-177800" fontAlgn="base">
              <a:lnSpc>
                <a:spcPct val="100000"/>
              </a:lnSpc>
              <a:spcAft>
                <a:spcPts val="2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이름으로 부르는 것은 지방자치단체가 징수해야 할 세금을 중앙정부가 대신 징수한다는 의미 가짐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8439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지방재정 조정제도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24652" cy="4754563"/>
          </a:xfrm>
        </p:spPr>
        <p:txBody>
          <a:bodyPr anchor="ctr">
            <a:noAutofit/>
          </a:bodyPr>
          <a:lstStyle/>
          <a:p>
            <a:pPr marL="0" indent="0" fontAlgn="base"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원칙적으로는 중앙정부가 수행해야 할 업무인데 행정상의 능률이나 편의 혹은 비용절감 등의 이유로 지방자치단체에 위임하는 경우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업무의 성격상 중앙정부와 지방자치단체가 긴밀하게 협력해 수행해야 하는 경우도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그와 같은 업무의 수행에 드는 경비의 전부 혹은 일부를 중앙정부가 지방자치단체에 보조해 주는 것이 바로 국고보조금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용도에만 사용될 수 있다는 점에서 국고보조금은 조건부교부금의 성격을 가짐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35417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지방재정 조정제도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2183" cy="4754563"/>
          </a:xfrm>
        </p:spPr>
        <p:txBody>
          <a:bodyPr anchor="ctr">
            <a:noAutofit/>
          </a:bodyPr>
          <a:lstStyle/>
          <a:p>
            <a:pPr marL="271463" indent="-271463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국고보조금의 구분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정률보조금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정액보조금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지방교부세는 수직적 재정불균형과 수평적 재정불균형을 시정하는 데  주목적이 있으나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국고보조금은 지방자치단체가 특정 사업을 수행하도록 유도하는 데 주안점이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지방교부세는 그 용도가 지정되지 않아 지방자치단체가 자유로이 쓸 수 있는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국고보조금은 용도가 지정되어 있다는 점에서 차이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917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29056" cy="4754563"/>
          </a:xfrm>
        </p:spPr>
        <p:txBody>
          <a:bodyPr anchor="ctr">
            <a:noAutofit/>
          </a:bodyPr>
          <a:lstStyle/>
          <a:p>
            <a:pPr marL="271463" indent="-271463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유사시 중앙정부의 재정 지원을 기대할 수 있다는 것은 지방정부가      직면해 있는 예산제약이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(soft budget constraint)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    성격을 갖는다는 것을 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 말은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코나이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Kornai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계획경제체제에서 국영 기업이 보이는 행태를 묘사하는 과정에서 처음 사용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후 이 말은 국영기업뿐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민간기업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은행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비영리단체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심지어 국가에도 적용할 수 있는 일반화된 의미로 사용됨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연성예산제약에 직면해 있는 지방정부는 자신의 재정능력이 감당할 수 있는 수준 이상으로 지출 프로그램을 확장할 유인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중앙정부는 구제해 주지 않을 것이라고 말해 지방정부를 통제하려 할 테지만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신빙성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(credibility)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문제가 있어 별 효과를 거두지 못함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712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53994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재정위기에 빠진 지방정부를 구제해 줄 수밖에 없는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 때문에 재정위기가 초래되었다 할지라도 이로 인해 그 지역 주민의 복지수준이 떨어지면 중앙정부도 그 책임의 일부를 져야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지방정부의 재정위기는 연쇄작용을 통해 다른 지방정부의 재정위기로 파급될 가능성이 높음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규모가 큰 지방정부의 재정위기는 더욱 심각한 문제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대마불사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(too big to fail)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논리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040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 문제의 해결책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효율적인 자본시장이 형성되어 있으면 지방정부의 방만한 재정운영에 제동을 걸 수 있는 길이 열림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spcAft>
                <a:spcPts val="1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재정을 방만하게 운영하는 지방정부는 돈을 꿔다 쓰기도 어려울 뿐  아니라 높은 이자를 지불해야 하기 때문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효율적인 토지시장도 연성예산제약의 문제를 해결하는 데 도움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재정이 방만하게 운영된다는 사실이 알려지면 그 지역의 토지가격이 떨어지고 주민과 자원이 다른 지역으로 빠져나감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지방정부가 거둘 수 있는 조세수입의 감소를 뜻하고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이를 방지하기 위하여 자발적으로 재정건전화를 위해 노력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1822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 문제의 해결책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530292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규율을 통해 연성예산제약의 문제를 해결하는 데는 한계가 있으므로 의도적인 노력을 통해 이 문제의 해결을 시도할 수밖에 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지방정부로 하여금 균형재정을 유지하도록 강제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법률을 제정해 채권 발행에 의해 조세수입 이상으로 사업을 확장하는 것을 불가능하게 만드는 것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조정제도에 의한 자원이 재정을 방만하게 운영한 지방정부의 구제에 쓰이지 못하도록 규정해 놓는 것도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6155636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6072</TotalTime>
  <Words>3369</Words>
  <Application>Microsoft Office PowerPoint</Application>
  <PresentationFormat>화면 슬라이드 쇼(4:3)</PresentationFormat>
  <Paragraphs>413</Paragraphs>
  <Slides>47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7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24.1  중앙집권제도와 지방분권제도</vt:lpstr>
      <vt:lpstr>중앙집권제도의 장점</vt:lpstr>
      <vt:lpstr>중앙집권제도의 장점</vt:lpstr>
      <vt:lpstr>중앙집권제도의 장점</vt:lpstr>
      <vt:lpstr>지방분권제도의 장점</vt:lpstr>
      <vt:lpstr>지방분권제도의 장점</vt:lpstr>
      <vt:lpstr>중앙집권화율</vt:lpstr>
      <vt:lpstr>중앙집권화율</vt:lpstr>
      <vt:lpstr>중앙집권화율</vt:lpstr>
      <vt:lpstr>24.2  재정연방체제</vt:lpstr>
      <vt:lpstr>분권화정리와 최적 지역규모</vt:lpstr>
      <vt:lpstr>분권화정리와 최적 지역규모</vt:lpstr>
      <vt:lpstr>분권화정리와 최적 지역규모</vt:lpstr>
      <vt:lpstr>분권화정리와 최적 지역규모</vt:lpstr>
      <vt:lpstr>완전일치의 상태</vt:lpstr>
      <vt:lpstr>완전일치의 상태</vt:lpstr>
      <vt:lpstr>재정연방체제하의 조세</vt:lpstr>
      <vt:lpstr>재정연방체제하의 조세</vt:lpstr>
      <vt:lpstr>24.3  티부모형</vt:lpstr>
      <vt:lpstr>티부모형</vt:lpstr>
      <vt:lpstr>티부모형 : 기본가정</vt:lpstr>
      <vt:lpstr>티부모형 : 결론</vt:lpstr>
      <vt:lpstr>티부모형 : 결론</vt:lpstr>
      <vt:lpstr>티부모형 : 결론</vt:lpstr>
      <vt:lpstr>티부모형 : 한계</vt:lpstr>
      <vt:lpstr>24.4  지방재정 조정제도</vt:lpstr>
      <vt:lpstr>지방재정 조정제도의 의의 : 지역간 외부성</vt:lpstr>
      <vt:lpstr>지방재정 조정제도의 의의 : 재정능력 불균형</vt:lpstr>
      <vt:lpstr>지방재정 조정제도의 의의 : 재정능력 불균형</vt:lpstr>
      <vt:lpstr>지방재정 조정제도의 의의 : 지방정부로 역할위임</vt:lpstr>
      <vt:lpstr>교부금의 여러 유형</vt:lpstr>
      <vt:lpstr>교부금의 여러 유형</vt:lpstr>
      <vt:lpstr>교부금의 경제적 효과 : 무조건부교부금</vt:lpstr>
      <vt:lpstr>교부금의 경제적 효과 : 비대응교부금</vt:lpstr>
      <vt:lpstr>교부금의 경제적 효과 : 비대응교부금</vt:lpstr>
      <vt:lpstr>교부금의 경제적 효과 : 대응교부금</vt:lpstr>
      <vt:lpstr>교부금의 경제적 효과 : 대응교부금</vt:lpstr>
      <vt:lpstr>끈끈이효과</vt:lpstr>
      <vt:lpstr>끈끈이효과</vt:lpstr>
      <vt:lpstr>24.5  우리나라의 재방재정 조정제도 : 지방교부세</vt:lpstr>
      <vt:lpstr>우리나라의 지방재정 조정제도 : 국고보조금</vt:lpstr>
      <vt:lpstr>우리나라의 지방재정 조정제도 : 국고보조금</vt:lpstr>
      <vt:lpstr>24.6  연성예산제약의 문제</vt:lpstr>
      <vt:lpstr>연성예산제약의 문제</vt:lpstr>
      <vt:lpstr>연성예산제약 문제의 해결책</vt:lpstr>
      <vt:lpstr>연성예산제약 문제의 해결책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1560</cp:revision>
  <dcterms:created xsi:type="dcterms:W3CDTF">2015-08-04T05:38:00Z</dcterms:created>
  <dcterms:modified xsi:type="dcterms:W3CDTF">2026-01-12T05:00:38Z</dcterms:modified>
</cp:coreProperties>
</file>
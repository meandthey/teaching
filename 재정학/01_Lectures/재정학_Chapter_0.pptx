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375" r:id="rId2"/>
    <p:sldId id="400" r:id="rId3"/>
    <p:sldId id="571" r:id="rId4"/>
    <p:sldId id="570" r:id="rId5"/>
    <p:sldId id="36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재 정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>
                <a:latin typeface="HY헤드라인M" panose="02030600000101010101" pitchFamily="18" charset="-127"/>
                <a:ea typeface="HY헤드라인M" panose="02030600000101010101" pitchFamily="18" charset="-127"/>
              </a:rPr>
              <a:t>OT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77C8A-9F0F-FC0C-1D76-A3F32B69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A045F-2B00-83E6-B256-8A0B6100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C8D9F-C285-F5E4-1C11-93C8B7EF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38085-6655-CBDE-0744-0787D69186BA}"/>
              </a:ext>
            </a:extLst>
          </p:cNvPr>
          <p:cNvSpPr txBox="1"/>
          <p:nvPr/>
        </p:nvSpPr>
        <p:spPr>
          <a:xfrm>
            <a:off x="678872" y="879786"/>
            <a:ext cx="10975831" cy="56308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수업 운영 방식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강의 중심의 수업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수업 중 언제든지 어떤 주제도 질문 가능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취식 가능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냄새만 심하게 안나면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성적 평가 방법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</a:t>
            </a:r>
            <a:r>
              <a:rPr lang="en-US" altLang="ko-KR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상대평가</a:t>
            </a:r>
            <a:endParaRPr lang="en-US" altLang="ko-KR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출석</a:t>
            </a:r>
            <a:r>
              <a:rPr lang="en-US" altLang="ko-KR" sz="1600" spc="-50" dirty="0"/>
              <a:t>: 10%, </a:t>
            </a:r>
            <a:r>
              <a:rPr lang="ko-KR" altLang="en-US" sz="1600" spc="-50" dirty="0"/>
              <a:t>중간고사</a:t>
            </a:r>
            <a:r>
              <a:rPr lang="en-US" altLang="ko-KR" sz="1600" spc="-50" dirty="0"/>
              <a:t>: 45%, </a:t>
            </a:r>
            <a:r>
              <a:rPr lang="ko-KR" altLang="en-US" sz="1600" spc="-50" dirty="0"/>
              <a:t>기말고사 </a:t>
            </a:r>
            <a:r>
              <a:rPr lang="en-US" altLang="ko-KR" sz="1600" spc="-50" dirty="0"/>
              <a:t>45%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형식</a:t>
            </a:r>
            <a:r>
              <a:rPr lang="en-US" altLang="ko-KR" sz="1600" spc="-50" dirty="0"/>
              <a:t>: OX, </a:t>
            </a:r>
            <a:r>
              <a:rPr lang="ko-KR" altLang="en-US" sz="1600" spc="-50" dirty="0"/>
              <a:t>객관식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주관식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서술형 등</a:t>
            </a:r>
            <a:r>
              <a:rPr lang="en-US" altLang="ko-KR" sz="1600" spc="-50" dirty="0"/>
              <a:t>. 70~80% </a:t>
            </a:r>
            <a:r>
              <a:rPr lang="ko-KR" altLang="en-US" sz="1600" spc="-50" dirty="0"/>
              <a:t>정도는 수업시간 및 문제풀이에서 다룬 내용들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나머지는 응용 문제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분반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오전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오후반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별로 시험 문제도 다르고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성적도 분반별로 나누어 매길 예정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ko-KR" altLang="en-US" sz="1600" u="sng" spc="-5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　</a:t>
            </a: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개별 면담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703</a:t>
            </a:r>
            <a:r>
              <a:rPr lang="ko-KR" altLang="en-US" sz="1600" spc="-50" dirty="0"/>
              <a:t>호 노크해서 내가 자리에 있으면 언제든지 환영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미리 이메일 통해서 약속 잡는 것도 환영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면담내용은 어떤 내용도 환영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8148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BC2E-9805-3FDA-3B62-DFF22299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F29E0-1A5C-A721-6CB1-311BDD2E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66110A-555C-B598-0791-EA80770A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86532-68D4-694C-BFA5-E28D02EB8E76}"/>
              </a:ext>
            </a:extLst>
          </p:cNvPr>
          <p:cNvSpPr txBox="1"/>
          <p:nvPr/>
        </p:nvSpPr>
        <p:spPr>
          <a:xfrm>
            <a:off x="678872" y="1038536"/>
            <a:ext cx="10975831" cy="540000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교과서 및 강의자료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재정학</a:t>
            </a:r>
            <a:r>
              <a:rPr lang="en-US" altLang="ko-KR" sz="1600" spc="-50" dirty="0"/>
              <a:t> 6</a:t>
            </a:r>
            <a:r>
              <a:rPr lang="ko-KR" altLang="en-US" sz="1600" spc="-50" dirty="0"/>
              <a:t>판</a:t>
            </a:r>
            <a:r>
              <a:rPr lang="en-US" altLang="ko-KR" sz="1600" spc="-50" dirty="0"/>
              <a:t>, (</a:t>
            </a:r>
            <a:r>
              <a:rPr lang="ko-KR" altLang="en-US" sz="1600" spc="-50" dirty="0"/>
              <a:t>출판사</a:t>
            </a:r>
            <a:r>
              <a:rPr lang="en-US" altLang="ko-KR" sz="1600" spc="-50" dirty="0"/>
              <a:t>: </a:t>
            </a:r>
            <a:r>
              <a:rPr lang="ko-KR" altLang="en-US" sz="1600" spc="-50" dirty="0" err="1"/>
              <a:t>문우사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이준구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조명환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교과서를 토대로 </a:t>
            </a:r>
            <a:r>
              <a:rPr lang="en-US" altLang="ko-KR" sz="1600" spc="-50" dirty="0"/>
              <a:t>PPT</a:t>
            </a:r>
            <a:r>
              <a:rPr lang="ko-KR" altLang="en-US" sz="1600" spc="-50" dirty="0"/>
              <a:t>자료 제작 후 </a:t>
            </a:r>
            <a:r>
              <a:rPr lang="en-US" altLang="ko-KR" sz="1600" spc="-50" dirty="0"/>
              <a:t>PDF</a:t>
            </a:r>
            <a:r>
              <a:rPr lang="ko-KR" altLang="en-US" sz="1600" spc="-50" dirty="0"/>
              <a:t>로 제공할 예정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교과서가 없어도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수업시간에 열심히 듣고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강의 자료를 공부하면 시험보는 데 큰 문제는 없을 것으로 판단하나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교과서 구입을 추천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진도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예정이므로 바뀔 수 있음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중간고사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총 </a:t>
            </a:r>
            <a:r>
              <a:rPr lang="en-US" altLang="ko-KR" sz="1600" spc="-50" dirty="0"/>
              <a:t>7</a:t>
            </a:r>
            <a:r>
              <a:rPr lang="ko-KR" altLang="en-US" sz="1600" spc="-50" dirty="0"/>
              <a:t>개 챕터</a:t>
            </a:r>
            <a:endParaRPr lang="en-US" altLang="ko-KR" sz="1600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>
                <a:ln w="3175">
                  <a:noFill/>
                </a:ln>
                <a:latin typeface="+mn-ea"/>
              </a:rPr>
              <a:t>재정학의 기초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: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 </a:t>
            </a:r>
            <a:r>
              <a:rPr lang="ko-KR" altLang="en-US" sz="1600" spc="-50" dirty="0"/>
              <a:t>재정학의의와 성격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우리나라의 재정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후생경제학</a:t>
            </a:r>
            <a:r>
              <a:rPr lang="en-US" altLang="ko-KR" sz="1600" spc="-50" dirty="0"/>
              <a:t>,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자원배분의 문제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공공재의 문제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공공선택의 이론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외부성의 문제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환경정책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기말고사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총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개 챕터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분배와 사회복지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소득분배이론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재분배정책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사회보험제도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공공지출이론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정부지출의 분석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비용편익분석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재정학의 </a:t>
            </a:r>
            <a:r>
              <a:rPr lang="ko-KR" altLang="en-US" sz="1600" spc="-50" dirty="0" err="1"/>
              <a:t>다른문제들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공공요금의 이론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55767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8B801-E456-B9B0-B3C7-11004823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6A298-2743-DDF9-70D5-4A59D6E10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F859BE-9347-3CE7-8FCC-8559C556E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F4594-DBE1-FF47-7F8D-719EA4706714}"/>
              </a:ext>
            </a:extLst>
          </p:cNvPr>
          <p:cNvSpPr txBox="1"/>
          <p:nvPr/>
        </p:nvSpPr>
        <p:spPr>
          <a:xfrm>
            <a:off x="678872" y="1038536"/>
            <a:ext cx="10975831" cy="11988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보강 운영 계획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3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30</a:t>
            </a:r>
            <a:r>
              <a:rPr lang="ko-KR" altLang="en-US" sz="1600" spc="-50" dirty="0"/>
              <a:t>일</a:t>
            </a:r>
            <a:r>
              <a:rPr lang="en-US" altLang="ko-KR" sz="1600" spc="-50" dirty="0"/>
              <a:t>, 4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일은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생활속의 경제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수업과 시간이 겹쳐서 온라인 동영상을 업로드할 예정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5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25</a:t>
            </a:r>
            <a:r>
              <a:rPr lang="ko-KR" altLang="en-US" sz="1600" spc="-50" dirty="0"/>
              <a:t>일은 부처님오신날 대체공휴일이라서 온라인 동영상을 업로드할 예정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 descr="텍스트, 번호, 평행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F590BC-56DC-8B6C-D4BB-2BE5DB8D0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23" y="2546820"/>
            <a:ext cx="7743794" cy="358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5954</TotalTime>
  <Words>262</Words>
  <Application>Microsoft Office PowerPoint</Application>
  <PresentationFormat>와이드스크린</PresentationFormat>
  <Paragraphs>46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재 정 학</vt:lpstr>
      <vt:lpstr>수업개요</vt:lpstr>
      <vt:lpstr>수업개요</vt:lpstr>
      <vt:lpstr>수업개요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138</cp:revision>
  <dcterms:created xsi:type="dcterms:W3CDTF">2025-07-05T05:15:23Z</dcterms:created>
  <dcterms:modified xsi:type="dcterms:W3CDTF">2026-03-09T05:48:05Z</dcterms:modified>
</cp:coreProperties>
</file>
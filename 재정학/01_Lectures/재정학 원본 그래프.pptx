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 showGuides="1">
      <p:cViewPr>
        <p:scale>
          <a:sx n="300" d="100"/>
          <a:sy n="300" d="100"/>
        </p:scale>
        <p:origin x="-10482" y="-28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222E04-C352-9A82-F969-BF03D69A8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F97EAF9-5DCB-3640-6E84-72E7A3806D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9C1EC2-2BF0-D203-A37A-8A907E02B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9B3E2E-5A24-CA51-7B58-EC13ECC51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2370F9-5C4F-54FF-FC02-920187FC6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25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CCE4F-402C-1656-9097-01A7DF332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850398-A01F-8247-5C77-379C4F0F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658959-80BB-D2AC-4F20-ADEFE090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437E71-3B8D-4A26-F4CE-C237C5FD3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8890B7-4A8B-EE0A-0A9E-EC033A6B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2486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A22BFC-A6FE-367A-A9FE-112B31DED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FFB4D3-1330-324E-29C6-008EFBA4FF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B0744D-E759-3AA0-1BA1-BDA1A2C26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ADF329-FE7E-FC6C-CF07-43880CB63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CF81BE-41AC-39C1-2CB0-668A7932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30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B9158D-B11A-121F-FD39-49BFF9041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A9FF94-A1CD-0EB0-D30C-E3F3B69E5E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4488F1B-C368-C613-15EF-6AA22A856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F4213-9639-BAFD-A2FD-D03AC1824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90DEDD-B5F6-0B4B-1889-B1F1C4230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CFE4A3-3F4A-2259-07EF-6863A934D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7079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1F75B-3B48-62F7-291A-0E2A9DD67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F4C1D3-84BB-BDAB-1C59-2E545E129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D78B42-D487-F5C5-C07B-704E747599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12C0F0F-EFE5-848A-FC2D-6E8C13ED7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8355807-53BD-7C28-D9A0-468B4D1C94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69D12F-FE59-833F-B67F-0838EE53C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C00CA7F-7F8C-8C4C-1185-7513D57C4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9DC8D55-2786-68CE-44B7-D9A7574F8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9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CB9B6-5207-A480-5F1D-6E1309279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CE0C1E-7997-A549-EEE2-AE07CF1B0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026BDE5-A5F9-900F-56C5-B90A8A85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711880-1E40-2139-4536-2D4F3D247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781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45238E7-7551-760C-CFBC-C56350303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F30818C-26B6-2E08-C56A-0BBB6A95D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5CAA82-B50B-1023-B617-C9E0A5042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65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8AD00-A873-A191-CDF9-CB5CCCF66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CE3849-EB2F-0DCD-4365-F33E832BF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026BA5-CE15-7180-9C91-1CF504346B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C54381-32AE-F832-DD7F-8FB6A6A8C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96CA24C-1DA8-69C9-4C5C-E18D5A549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2AD514-0630-99D6-B6F3-17AA974B0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689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EB3DA5-1461-270E-EF9A-B01F29803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833A6B-8B00-3781-63B6-0E4E431F70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1DF93C-7E50-8F25-213B-B0D20A9EB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0AD1F2-AB35-617C-E9AC-0CB9DD5A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DB2AF6-F15E-D542-2D9A-72E661DBB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6A5C20-2F6D-C260-CE95-C0661F114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538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3D39DD-3BC0-B98A-343D-F62EFEA3D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51828D-5F11-4CF6-8E61-D2591F7DDE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F2DC13-1055-7621-4B39-04C2D1B19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695912-0DB1-22B8-A648-1C33C8029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6094A8-167E-4638-5C41-F9718BF0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912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5EDB75-E02C-9C9B-A7A5-21CB44DEA3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18FED3-49CE-11A9-E21A-41F17E264D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8198ED-CD50-C312-51E1-7977EA923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C27009-9680-A16E-114E-1AE9B5541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13BC3D-7330-42D0-FF54-E99DCE88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843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9DD61C7-8EB2-7C6C-7DD1-A883C6FC4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C3F502-3226-E504-FE73-C135433FA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60FDD8-53C5-DB04-1DA5-D1CBC6247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5B708-0C1F-467E-8BD3-0C4EB3C5FB22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EC3E73-16FB-A581-2095-F7479C4C39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BEB2F-939E-367C-AAF5-1F973A8E02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2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FE5FDBE5-958D-17E8-46D4-87B814AD0775}"/>
              </a:ext>
            </a:extLst>
          </p:cNvPr>
          <p:cNvCxnSpPr/>
          <p:nvPr/>
        </p:nvCxnSpPr>
        <p:spPr>
          <a:xfrm>
            <a:off x="3476136" y="3942207"/>
            <a:ext cx="216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E223D7C-83B6-934B-CAF3-1BA2A2FAC96E}"/>
              </a:ext>
            </a:extLst>
          </p:cNvPr>
          <p:cNvCxnSpPr>
            <a:cxnSpLocks/>
          </p:cNvCxnSpPr>
          <p:nvPr/>
        </p:nvCxnSpPr>
        <p:spPr>
          <a:xfrm rot="16200000">
            <a:off x="2404392" y="2870463"/>
            <a:ext cx="216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B8BB62B-9718-57A3-4B0A-D89B3C992327}"/>
              </a:ext>
            </a:extLst>
          </p:cNvPr>
          <p:cNvCxnSpPr>
            <a:cxnSpLocks/>
          </p:cNvCxnSpPr>
          <p:nvPr/>
        </p:nvCxnSpPr>
        <p:spPr>
          <a:xfrm rot="16200000">
            <a:off x="4105269" y="2105402"/>
            <a:ext cx="0" cy="1224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6193BEF-2B14-D08C-5EED-044F8FA5FF1A}"/>
              </a:ext>
            </a:extLst>
          </p:cNvPr>
          <p:cNvCxnSpPr>
            <a:cxnSpLocks/>
          </p:cNvCxnSpPr>
          <p:nvPr/>
        </p:nvCxnSpPr>
        <p:spPr>
          <a:xfrm>
            <a:off x="4707703" y="2708995"/>
            <a:ext cx="0" cy="1224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CE740A0-F583-AC1A-C447-CE0CA3FD3557}"/>
              </a:ext>
            </a:extLst>
          </p:cNvPr>
          <p:cNvCxnSpPr>
            <a:cxnSpLocks/>
          </p:cNvCxnSpPr>
          <p:nvPr/>
        </p:nvCxnSpPr>
        <p:spPr>
          <a:xfrm>
            <a:off x="3484392" y="2717401"/>
            <a:ext cx="1213746" cy="1224806"/>
          </a:xfrm>
          <a:prstGeom prst="line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3738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72C510-8131-9081-ADC1-E5C821C06C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2151537" y="769024"/>
            <a:ext cx="4035965" cy="4392256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BD6C2B5-D4E0-8100-ADF9-F1281C57FC47}"/>
              </a:ext>
            </a:extLst>
          </p:cNvPr>
          <p:cNvSpPr/>
          <p:nvPr/>
        </p:nvSpPr>
        <p:spPr>
          <a:xfrm>
            <a:off x="2674938" y="7842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241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그룹 83">
            <a:extLst>
              <a:ext uri="{FF2B5EF4-FFF2-40B4-BE49-F238E27FC236}">
                <a16:creationId xmlns:a16="http://schemas.microsoft.com/office/drawing/2014/main" id="{B0CDFFD8-8323-73C5-FA14-8C22384B3762}"/>
              </a:ext>
            </a:extLst>
          </p:cNvPr>
          <p:cNvGrpSpPr/>
          <p:nvPr/>
        </p:nvGrpSpPr>
        <p:grpSpPr>
          <a:xfrm>
            <a:off x="5813806" y="1605755"/>
            <a:ext cx="1206770" cy="1828617"/>
            <a:chOff x="527189" y="1629372"/>
            <a:chExt cx="1206770" cy="1828617"/>
          </a:xfrm>
        </p:grpSpPr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D50209AE-41CE-62F0-C2FA-A263AFD57451}"/>
                </a:ext>
              </a:extLst>
            </p:cNvPr>
            <p:cNvCxnSpPr>
              <a:cxnSpLocks/>
            </p:cNvCxnSpPr>
            <p:nvPr/>
          </p:nvCxnSpPr>
          <p:spPr>
            <a:xfrm>
              <a:off x="1130574" y="3167591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5588742A-6480-BDE1-88D2-4E339B3DD540}"/>
                    </a:ext>
                  </a:extLst>
                </p:cNvPr>
                <p:cNvSpPr txBox="1"/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B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5588742A-6480-BDE1-88D2-4E339B3DD5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blipFill>
                  <a:blip r:embed="rId2"/>
                  <a:stretch>
                    <a:fillRect b="-149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1F61299-5B5A-ECE2-2530-A37D16705436}"/>
              </a:ext>
            </a:extLst>
          </p:cNvPr>
          <p:cNvGrpSpPr/>
          <p:nvPr/>
        </p:nvGrpSpPr>
        <p:grpSpPr>
          <a:xfrm>
            <a:off x="-1804649" y="-2318275"/>
            <a:ext cx="11280427" cy="13302546"/>
            <a:chOff x="-1035029" y="-2318275"/>
            <a:chExt cx="11280427" cy="13302546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D3CC9F4-ABE6-2001-8C48-EFFD3A95832E}"/>
                </a:ext>
              </a:extLst>
            </p:cNvPr>
            <p:cNvSpPr/>
            <p:nvPr/>
          </p:nvSpPr>
          <p:spPr>
            <a:xfrm>
              <a:off x="1708150" y="1651000"/>
              <a:ext cx="4794250" cy="3086099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0A96A6F9-A4CD-BDB9-8F13-A5642246EB7D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2362200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C399C3DA-8EF0-1389-F956-AC85EF429DB4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3228975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A324FABC-C36F-33DF-B4CF-792E97E3CAE0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4095750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원호 16">
              <a:extLst>
                <a:ext uri="{FF2B5EF4-FFF2-40B4-BE49-F238E27FC236}">
                  <a16:creationId xmlns:a16="http://schemas.microsoft.com/office/drawing/2014/main" id="{06C04764-FDF0-898C-34E0-509DDA9621F8}"/>
                </a:ext>
              </a:extLst>
            </p:cNvPr>
            <p:cNvSpPr/>
            <p:nvPr/>
          </p:nvSpPr>
          <p:spPr>
            <a:xfrm>
              <a:off x="-1035029" y="2363788"/>
              <a:ext cx="7819679" cy="6885185"/>
            </a:xfrm>
            <a:prstGeom prst="arc">
              <a:avLst>
                <a:gd name="adj1" fmla="val 15143542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원호 17">
              <a:extLst>
                <a:ext uri="{FF2B5EF4-FFF2-40B4-BE49-F238E27FC236}">
                  <a16:creationId xmlns:a16="http://schemas.microsoft.com/office/drawing/2014/main" id="{46CE91DB-4E91-3A8C-E97B-5623F59702C3}"/>
                </a:ext>
              </a:extLst>
            </p:cNvPr>
            <p:cNvSpPr/>
            <p:nvPr/>
          </p:nvSpPr>
          <p:spPr>
            <a:xfrm>
              <a:off x="-438129" y="3228976"/>
              <a:ext cx="7819679" cy="6885185"/>
            </a:xfrm>
            <a:prstGeom prst="arc">
              <a:avLst>
                <a:gd name="adj1" fmla="val 15085827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원호 18">
              <a:extLst>
                <a:ext uri="{FF2B5EF4-FFF2-40B4-BE49-F238E27FC236}">
                  <a16:creationId xmlns:a16="http://schemas.microsoft.com/office/drawing/2014/main" id="{671740F9-8F1C-921F-EE65-AC6FB43005A2}"/>
                </a:ext>
              </a:extLst>
            </p:cNvPr>
            <p:cNvSpPr/>
            <p:nvPr/>
          </p:nvSpPr>
          <p:spPr>
            <a:xfrm>
              <a:off x="699791" y="4099086"/>
              <a:ext cx="7819679" cy="6885185"/>
            </a:xfrm>
            <a:prstGeom prst="arc">
              <a:avLst>
                <a:gd name="adj1" fmla="val 14986691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C7945C4E-7218-59EE-8221-61C3A8C7E237}"/>
                </a:ext>
              </a:extLst>
            </p:cNvPr>
            <p:cNvCxnSpPr>
              <a:cxnSpLocks/>
            </p:cNvCxnSpPr>
            <p:nvPr/>
          </p:nvCxnSpPr>
          <p:spPr>
            <a:xfrm>
              <a:off x="4584685" y="4095750"/>
              <a:ext cx="0" cy="648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57EB7F39-707B-E78E-BA92-FC12E8BFBF3C}"/>
                </a:ext>
              </a:extLst>
            </p:cNvPr>
            <p:cNvCxnSpPr>
              <a:cxnSpLocks/>
            </p:cNvCxnSpPr>
            <p:nvPr/>
          </p:nvCxnSpPr>
          <p:spPr>
            <a:xfrm>
              <a:off x="3479785" y="3228975"/>
              <a:ext cx="0" cy="1512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05B96C22-2877-CA50-39B3-6402611FCB40}"/>
                </a:ext>
              </a:extLst>
            </p:cNvPr>
            <p:cNvCxnSpPr>
              <a:cxnSpLocks/>
            </p:cNvCxnSpPr>
            <p:nvPr/>
          </p:nvCxnSpPr>
          <p:spPr>
            <a:xfrm>
              <a:off x="2855760" y="2362200"/>
              <a:ext cx="0" cy="2376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954EEE3-1235-28D0-A65E-1DB1CA5ED71E}"/>
                    </a:ext>
                  </a:extLst>
                </p:cNvPr>
                <p:cNvSpPr txBox="1"/>
                <p:nvPr/>
              </p:nvSpPr>
              <p:spPr>
                <a:xfrm>
                  <a:off x="1315086" y="1495459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954EEE3-1235-28D0-A65E-1DB1CA5ED7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1495459"/>
                  <a:ext cx="494030" cy="31181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DCD8330-F8E1-1E75-E77D-19CD5461E92C}"/>
                    </a:ext>
                  </a:extLst>
                </p:cNvPr>
                <p:cNvSpPr txBox="1"/>
                <p:nvPr/>
              </p:nvSpPr>
              <p:spPr>
                <a:xfrm>
                  <a:off x="1315086" y="215936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DCD8330-F8E1-1E75-E77D-19CD5461E9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2159368"/>
                  <a:ext cx="494030" cy="31181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0B06C82-8612-D0FC-6FCB-2595C2A08DCA}"/>
                    </a:ext>
                  </a:extLst>
                </p:cNvPr>
                <p:cNvSpPr txBox="1"/>
                <p:nvPr/>
              </p:nvSpPr>
              <p:spPr>
                <a:xfrm>
                  <a:off x="1315086" y="392247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0B06C82-8612-D0FC-6FCB-2595C2A08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3922478"/>
                  <a:ext cx="494030" cy="31181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F14C103-040D-2CCB-FB0E-5D9A7E3B051A}"/>
                    </a:ext>
                  </a:extLst>
                </p:cNvPr>
                <p:cNvSpPr txBox="1"/>
                <p:nvPr/>
              </p:nvSpPr>
              <p:spPr>
                <a:xfrm>
                  <a:off x="2602395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F14C103-040D-2CCB-FB0E-5D9A7E3B0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95" y="4741928"/>
                  <a:ext cx="494030" cy="3118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6B164C-92FF-1C63-7CEC-13673EEB021F}"/>
                    </a:ext>
                  </a:extLst>
                </p:cNvPr>
                <p:cNvSpPr txBox="1"/>
                <p:nvPr/>
              </p:nvSpPr>
              <p:spPr>
                <a:xfrm>
                  <a:off x="3232770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6B164C-92FF-1C63-7CEC-13673EEB0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2770" y="4741928"/>
                  <a:ext cx="494030" cy="3118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D230629-5545-F808-D85A-8F1FF99F6429}"/>
                    </a:ext>
                  </a:extLst>
                </p:cNvPr>
                <p:cNvSpPr txBox="1"/>
                <p:nvPr/>
              </p:nvSpPr>
              <p:spPr>
                <a:xfrm>
                  <a:off x="4337224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D230629-5545-F808-D85A-8F1FF99F64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7224" y="4741928"/>
                  <a:ext cx="494030" cy="3118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92E4C84A-41C4-0564-3EEC-10720971AB6B}"/>
                    </a:ext>
                  </a:extLst>
                </p:cNvPr>
                <p:cNvSpPr txBox="1"/>
                <p:nvPr/>
              </p:nvSpPr>
              <p:spPr>
                <a:xfrm>
                  <a:off x="1315086" y="4743750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92E4C84A-41C4-0564-3EEC-10720971AB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4743750"/>
                  <a:ext cx="494030" cy="3118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CA9A28B-6114-7144-0C6B-E18184CE56F7}"/>
                    </a:ext>
                  </a:extLst>
                </p:cNvPr>
                <p:cNvSpPr txBox="1"/>
                <p:nvPr/>
              </p:nvSpPr>
              <p:spPr>
                <a:xfrm>
                  <a:off x="2342680" y="1745837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CA9A28B-6114-7144-0C6B-E18184CE5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2680" y="1745837"/>
                  <a:ext cx="494030" cy="3118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1642F21-B132-C7AD-6AA7-E3D61AD23E65}"/>
                    </a:ext>
                  </a:extLst>
                </p:cNvPr>
                <p:cNvSpPr txBox="1"/>
                <p:nvPr/>
              </p:nvSpPr>
              <p:spPr>
                <a:xfrm>
                  <a:off x="3912216" y="2409124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1642F21-B132-C7AD-6AA7-E3D61AD23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2216" y="2409124"/>
                  <a:ext cx="494030" cy="3118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4CA50B2-59D4-27D2-AE03-4E9AE9EEBEA1}"/>
                    </a:ext>
                  </a:extLst>
                </p:cNvPr>
                <p:cNvSpPr txBox="1"/>
                <p:nvPr/>
              </p:nvSpPr>
              <p:spPr>
                <a:xfrm>
                  <a:off x="4497063" y="3269251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4CA50B2-59D4-27D2-AE03-4E9AE9EEB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7063" y="3269251"/>
                  <a:ext cx="494030" cy="3118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FA5E623-9A30-FF36-63A5-04D0D412F6BC}"/>
                    </a:ext>
                  </a:extLst>
                </p:cNvPr>
                <p:cNvSpPr txBox="1"/>
                <p:nvPr/>
              </p:nvSpPr>
              <p:spPr>
                <a:xfrm>
                  <a:off x="5617534" y="4144262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FA5E623-9A30-FF36-63A5-04D0D412F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7534" y="4144262"/>
                  <a:ext cx="494030" cy="31181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원호 14">
              <a:extLst>
                <a:ext uri="{FF2B5EF4-FFF2-40B4-BE49-F238E27FC236}">
                  <a16:creationId xmlns:a16="http://schemas.microsoft.com/office/drawing/2014/main" id="{73C6762A-8B57-6975-0D49-11DFB07AC71F}"/>
                </a:ext>
              </a:extLst>
            </p:cNvPr>
            <p:cNvSpPr/>
            <p:nvPr/>
          </p:nvSpPr>
          <p:spPr>
            <a:xfrm rot="12079575">
              <a:off x="2425719" y="-2318275"/>
              <a:ext cx="7819679" cy="6885185"/>
            </a:xfrm>
            <a:prstGeom prst="arc">
              <a:avLst>
                <a:gd name="adj1" fmla="val 15596834"/>
                <a:gd name="adj2" fmla="val 1947825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33254F1-792E-88F9-518D-94B3D054C6DF}"/>
              </a:ext>
            </a:extLst>
          </p:cNvPr>
          <p:cNvGrpSpPr/>
          <p:nvPr/>
        </p:nvGrpSpPr>
        <p:grpSpPr>
          <a:xfrm>
            <a:off x="-472209" y="1605755"/>
            <a:ext cx="1206770" cy="1828617"/>
            <a:chOff x="527189" y="1629372"/>
            <a:chExt cx="1206770" cy="1828617"/>
          </a:xfrm>
        </p:grpSpPr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E8AEBA2B-C5F1-1A69-8385-DF2D6CA153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0574" y="3167591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C6F787B-3DF7-B96E-A66E-DC4A33052C63}"/>
                    </a:ext>
                  </a:extLst>
                </p:cNvPr>
                <p:cNvSpPr txBox="1"/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B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C6F787B-3DF7-B96E-A66E-DC4A33052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blipFill>
                  <a:blip r:embed="rId14"/>
                  <a:stretch>
                    <a:fillRect b="-149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0D5E5B6-CB22-590A-112F-015DEC552C92}"/>
              </a:ext>
            </a:extLst>
          </p:cNvPr>
          <p:cNvGrpSpPr/>
          <p:nvPr/>
        </p:nvGrpSpPr>
        <p:grpSpPr>
          <a:xfrm>
            <a:off x="-184601" y="3228975"/>
            <a:ext cx="1206770" cy="1960775"/>
            <a:chOff x="585019" y="3228975"/>
            <a:chExt cx="1206770" cy="1960775"/>
          </a:xfrm>
        </p:grpSpPr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41B3CFD9-2124-52A6-BBEF-401E53D8F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8404" y="3228975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752679F-6E87-31E0-3AAD-1E81FBB90C31}"/>
                    </a:ext>
                  </a:extLst>
                </p:cNvPr>
                <p:cNvSpPr txBox="1"/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A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752679F-6E87-31E0-3AAD-1E81FBB90C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blipFill>
                  <a:blip r:embed="rId15"/>
                  <a:stretch>
                    <a:fillRect b="-187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905EDC8-D8E5-FEEA-A653-C50E50AED0E8}"/>
                  </a:ext>
                </a:extLst>
              </p:cNvPr>
              <p:cNvSpPr txBox="1"/>
              <p:nvPr/>
            </p:nvSpPr>
            <p:spPr>
              <a:xfrm>
                <a:off x="4816924" y="4734784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905EDC8-D8E5-FEEA-A653-C50E50AED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6924" y="4734784"/>
                <a:ext cx="1206770" cy="307777"/>
              </a:xfrm>
              <a:prstGeom prst="rect">
                <a:avLst/>
              </a:prstGeom>
              <a:blipFill>
                <a:blip r:embed="rId1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직사각형 52">
            <a:extLst>
              <a:ext uri="{FF2B5EF4-FFF2-40B4-BE49-F238E27FC236}">
                <a16:creationId xmlns:a16="http://schemas.microsoft.com/office/drawing/2014/main" id="{12CE6DFF-A142-9F69-EAB7-71B6E91FE543}"/>
              </a:ext>
            </a:extLst>
          </p:cNvPr>
          <p:cNvSpPr/>
          <p:nvPr/>
        </p:nvSpPr>
        <p:spPr>
          <a:xfrm>
            <a:off x="7107464" y="1651000"/>
            <a:ext cx="4794250" cy="3086099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DF3F55DE-BC8F-C3CA-D923-CA3DE4D7AA2D}"/>
              </a:ext>
            </a:extLst>
          </p:cNvPr>
          <p:cNvCxnSpPr>
            <a:cxnSpLocks/>
          </p:cNvCxnSpPr>
          <p:nvPr/>
        </p:nvCxnSpPr>
        <p:spPr>
          <a:xfrm>
            <a:off x="8879099" y="3228975"/>
            <a:ext cx="0" cy="1512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F38C9C5-69AD-70D5-AC8A-39935306750A}"/>
                  </a:ext>
                </a:extLst>
              </p:cNvPr>
              <p:cNvSpPr txBox="1"/>
              <p:nvPr/>
            </p:nvSpPr>
            <p:spPr>
              <a:xfrm>
                <a:off x="6714400" y="149545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F38C9C5-69AD-70D5-AC8A-399353067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1495459"/>
                <a:ext cx="494030" cy="31181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298A255-EC87-5F70-11EC-CA271CE14279}"/>
                  </a:ext>
                </a:extLst>
              </p:cNvPr>
              <p:cNvSpPr txBox="1"/>
              <p:nvPr/>
            </p:nvSpPr>
            <p:spPr>
              <a:xfrm>
                <a:off x="6714400" y="219111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298A255-EC87-5F70-11EC-CA271CE14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2191118"/>
                <a:ext cx="494030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CDCD959-6EE9-E3F5-C92E-4396B3F1AF52}"/>
                  </a:ext>
                </a:extLst>
              </p:cNvPr>
              <p:cNvSpPr txBox="1"/>
              <p:nvPr/>
            </p:nvSpPr>
            <p:spPr>
              <a:xfrm>
                <a:off x="6714400" y="30391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CDCD959-6EE9-E3F5-C92E-4396B3F1A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3039176"/>
                <a:ext cx="494030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4C7CCB8-A337-F2DC-9970-DC838429DA37}"/>
                  </a:ext>
                </a:extLst>
              </p:cNvPr>
              <p:cNvSpPr txBox="1"/>
              <p:nvPr/>
            </p:nvSpPr>
            <p:spPr>
              <a:xfrm>
                <a:off x="6714400" y="392247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4C7CCB8-A337-F2DC-9970-DC838429D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3922478"/>
                <a:ext cx="494030" cy="307777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67481B8-0A0A-925F-A700-8AF95EF49AB0}"/>
                  </a:ext>
                </a:extLst>
              </p:cNvPr>
              <p:cNvSpPr txBox="1"/>
              <p:nvPr/>
            </p:nvSpPr>
            <p:spPr>
              <a:xfrm>
                <a:off x="9736538" y="4741928"/>
                <a:ext cx="494030" cy="3107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67481B8-0A0A-925F-A700-8AF95EF49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538" y="4741928"/>
                <a:ext cx="494030" cy="310791"/>
              </a:xfrm>
              <a:prstGeom prst="rect">
                <a:avLst/>
              </a:prstGeom>
              <a:blipFill>
                <a:blip r:embed="rId21"/>
                <a:stretch>
                  <a:fillRect t="-3922" r="-1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8C1D7B5-E21E-4068-B74D-08BA78B991CE}"/>
                  </a:ext>
                </a:extLst>
              </p:cNvPr>
              <p:cNvSpPr txBox="1"/>
              <p:nvPr/>
            </p:nvSpPr>
            <p:spPr>
              <a:xfrm>
                <a:off x="6714400" y="4743750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8C1D7B5-E21E-4068-B74D-08BA78B99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4743750"/>
                <a:ext cx="494030" cy="3118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787B181-51AB-EFE3-95A9-1A3DFA47B7B5}"/>
                  </a:ext>
                </a:extLst>
              </p:cNvPr>
              <p:cNvSpPr txBox="1"/>
              <p:nvPr/>
            </p:nvSpPr>
            <p:spPr>
              <a:xfrm>
                <a:off x="7741994" y="1745837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787B181-51AB-EFE3-95A9-1A3DFA47B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1994" y="1745837"/>
                <a:ext cx="494030" cy="3118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원호 74">
            <a:extLst>
              <a:ext uri="{FF2B5EF4-FFF2-40B4-BE49-F238E27FC236}">
                <a16:creationId xmlns:a16="http://schemas.microsoft.com/office/drawing/2014/main" id="{27CE5962-1821-5A9A-ACB1-7174EFF50E59}"/>
              </a:ext>
            </a:extLst>
          </p:cNvPr>
          <p:cNvSpPr/>
          <p:nvPr/>
        </p:nvSpPr>
        <p:spPr>
          <a:xfrm rot="12079575">
            <a:off x="7825033" y="-2318275"/>
            <a:ext cx="7819679" cy="6885185"/>
          </a:xfrm>
          <a:prstGeom prst="arc">
            <a:avLst>
              <a:gd name="adj1" fmla="val 15596834"/>
              <a:gd name="adj2" fmla="val 1947825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C5F20BB8-961A-6959-9466-F41F8ED8F6BD}"/>
              </a:ext>
            </a:extLst>
          </p:cNvPr>
          <p:cNvCxnSpPr>
            <a:cxnSpLocks/>
          </p:cNvCxnSpPr>
          <p:nvPr/>
        </p:nvCxnSpPr>
        <p:spPr>
          <a:xfrm rot="16200000">
            <a:off x="9019438" y="453641"/>
            <a:ext cx="0" cy="3816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E84A369-4B74-16BB-EA92-6E9B578BA227}"/>
              </a:ext>
            </a:extLst>
          </p:cNvPr>
          <p:cNvCxnSpPr>
            <a:cxnSpLocks/>
          </p:cNvCxnSpPr>
          <p:nvPr/>
        </p:nvCxnSpPr>
        <p:spPr>
          <a:xfrm rot="16200000">
            <a:off x="7993438" y="2346975"/>
            <a:ext cx="0" cy="1764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43FBC64A-6329-BCDB-C3FE-3EB1AD616228}"/>
              </a:ext>
            </a:extLst>
          </p:cNvPr>
          <p:cNvCxnSpPr>
            <a:cxnSpLocks/>
          </p:cNvCxnSpPr>
          <p:nvPr/>
        </p:nvCxnSpPr>
        <p:spPr>
          <a:xfrm rot="16200000">
            <a:off x="8533438" y="2673471"/>
            <a:ext cx="0" cy="2844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원호 82">
            <a:extLst>
              <a:ext uri="{FF2B5EF4-FFF2-40B4-BE49-F238E27FC236}">
                <a16:creationId xmlns:a16="http://schemas.microsoft.com/office/drawing/2014/main" id="{ABABA5DE-5919-A89C-4FA0-F97DD9CA0EC9}"/>
              </a:ext>
            </a:extLst>
          </p:cNvPr>
          <p:cNvSpPr/>
          <p:nvPr/>
        </p:nvSpPr>
        <p:spPr>
          <a:xfrm rot="19919431" flipH="1">
            <a:off x="7815715" y="1926790"/>
            <a:ext cx="7639360" cy="6915733"/>
          </a:xfrm>
          <a:prstGeom prst="arc">
            <a:avLst>
              <a:gd name="adj1" fmla="val 15429057"/>
              <a:gd name="adj2" fmla="val 1895065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A580D94C-D95A-91B5-1137-95C8BB2C2255}"/>
              </a:ext>
            </a:extLst>
          </p:cNvPr>
          <p:cNvGrpSpPr/>
          <p:nvPr/>
        </p:nvGrpSpPr>
        <p:grpSpPr>
          <a:xfrm>
            <a:off x="6101414" y="3228975"/>
            <a:ext cx="1206770" cy="1960775"/>
            <a:chOff x="585019" y="3228975"/>
            <a:chExt cx="1206770" cy="1960775"/>
          </a:xfrm>
        </p:grpSpPr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7A57D410-3CF0-0693-2247-B63406F27F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8404" y="3228975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0216B52F-59E7-2594-0643-413656E38121}"/>
                    </a:ext>
                  </a:extLst>
                </p:cNvPr>
                <p:cNvSpPr txBox="1"/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A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0216B52F-59E7-2594-0643-413656E381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blipFill>
                  <a:blip r:embed="rId15"/>
                  <a:stretch>
                    <a:fillRect b="-187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2BF6886-A8A1-7438-0A92-18B99A731B3F}"/>
                  </a:ext>
                </a:extLst>
              </p:cNvPr>
              <p:cNvSpPr txBox="1"/>
              <p:nvPr/>
            </p:nvSpPr>
            <p:spPr>
              <a:xfrm>
                <a:off x="8664267" y="4754011"/>
                <a:ext cx="494030" cy="319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2BF6886-A8A1-7438-0A92-18B99A731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4267" y="4754011"/>
                <a:ext cx="494030" cy="319446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01BE040D-62C2-8732-B3CD-D5EF019047A2}"/>
              </a:ext>
            </a:extLst>
          </p:cNvPr>
          <p:cNvCxnSpPr>
            <a:cxnSpLocks/>
          </p:cNvCxnSpPr>
          <p:nvPr/>
        </p:nvCxnSpPr>
        <p:spPr>
          <a:xfrm>
            <a:off x="9958599" y="1670050"/>
            <a:ext cx="0" cy="3060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FEBFA91-B8DB-8EB8-87D7-F704C07F976B}"/>
                  </a:ext>
                </a:extLst>
              </p:cNvPr>
              <p:cNvSpPr txBox="1"/>
              <p:nvPr/>
            </p:nvSpPr>
            <p:spPr>
              <a:xfrm>
                <a:off x="8608739" y="2894903"/>
                <a:ext cx="5333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kern="900" spc="-100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FEBFA91-B8DB-8EB8-87D7-F704C07F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739" y="2894903"/>
                <a:ext cx="533398" cy="30777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F56F1C1-6887-A3F9-90E5-7CE37B3847BA}"/>
                  </a:ext>
                </a:extLst>
              </p:cNvPr>
              <p:cNvSpPr txBox="1"/>
              <p:nvPr/>
            </p:nvSpPr>
            <p:spPr>
              <a:xfrm>
                <a:off x="10661572" y="1745837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F56F1C1-6887-A3F9-90E5-7CE37B384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1572" y="1745837"/>
                <a:ext cx="494030" cy="311817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689496-1EAC-1DCE-A81C-3A396A40FF22}"/>
                  </a:ext>
                </a:extLst>
              </p:cNvPr>
              <p:cNvSpPr txBox="1"/>
              <p:nvPr/>
            </p:nvSpPr>
            <p:spPr>
              <a:xfrm>
                <a:off x="10972288" y="4734784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689496-1EAC-1DCE-A81C-3A396A40F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288" y="4734784"/>
                <a:ext cx="1206770" cy="307777"/>
              </a:xfrm>
              <a:prstGeom prst="rect">
                <a:avLst/>
              </a:prstGeom>
              <a:blipFill>
                <a:blip r:embed="rId1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7590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67</Words>
  <Application>Microsoft Office PowerPoint</Application>
  <PresentationFormat>와이드스크린</PresentationFormat>
  <Paragraphs>63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Seungho Jeon</dc:creator>
  <cp:lastModifiedBy>Seungho Jeon</cp:lastModifiedBy>
  <cp:revision>4</cp:revision>
  <dcterms:created xsi:type="dcterms:W3CDTF">2026-01-04T23:31:42Z</dcterms:created>
  <dcterms:modified xsi:type="dcterms:W3CDTF">2026-01-06T05:22:45Z</dcterms:modified>
</cp:coreProperties>
</file>
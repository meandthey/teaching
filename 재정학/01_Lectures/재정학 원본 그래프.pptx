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300" d="100"/>
          <a:sy n="300" d="100"/>
        </p:scale>
        <p:origin x="-2192" y="-31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22E04-C352-9A82-F969-BF03D69A8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97EAF9-5DCB-3640-6E84-72E7A3806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C1EC2-2BF0-D203-A37A-8A907E02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B3E2E-5A24-CA51-7B58-EC13ECC5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370F9-5C4F-54FF-FC02-920187FC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2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CCE4F-402C-1656-9097-01A7DF33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50398-A01F-8247-5C77-379C4F0F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658959-80BB-D2AC-4F20-ADEFE090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37E71-3B8D-4A26-F4CE-C237C5FD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890B7-4A8B-EE0A-0A9E-EC033A6B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48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22BFC-A6FE-367A-A9FE-112B31DE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FFB4D3-1330-324E-29C6-008EFBA4F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0744D-E759-3AA0-1BA1-BDA1A2C2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DF329-FE7E-FC6C-CF07-43880CB6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F81BE-41AC-39C1-2CB0-668A7932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30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9158D-B11A-121F-FD39-49BFF904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A9FF94-A1CD-0EB0-D30C-E3F3B69E5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488F1B-C368-C613-15EF-6AA22A856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F4213-9639-BAFD-A2FD-D03AC182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90DEDD-B5F6-0B4B-1889-B1F1C423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CFE4A3-3F4A-2259-07EF-6863A934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07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1F75B-3B48-62F7-291A-0E2A9DD6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4C1D3-84BB-BDAB-1C59-2E545E129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D78B42-D487-F5C5-C07B-704E74759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C0F0F-EFE5-848A-FC2D-6E8C13ED7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355807-53BD-7C28-D9A0-468B4D1C9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69D12F-FE59-833F-B67F-0838EE53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00CA7F-7F8C-8C4C-1185-7513D57C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DC8D55-2786-68CE-44B7-D9A7574F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CB9B6-5207-A480-5F1D-6E130927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CE0C1E-7997-A549-EEE2-AE07CF1B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26BDE5-A5F9-900F-56C5-B90A8A85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711880-1E40-2139-4536-2D4F3D24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78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5238E7-7551-760C-CFBC-C5635030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30818C-26B6-2E08-C56A-0BBB6A95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5CAA82-B50B-1023-B617-C9E0A504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6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8AD00-A873-A191-CDF9-CB5CCCF6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CE3849-EB2F-0DCD-4365-F33E832B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026BA5-CE15-7180-9C91-1CF504346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C54381-32AE-F832-DD7F-8FB6A6A8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6CA24C-1DA8-69C9-4C5C-E18D5A54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2AD514-0630-99D6-B6F3-17AA974B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68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B3DA5-1461-270E-EF9A-B01F2980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833A6B-8B00-3781-63B6-0E4E431F7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1DF93C-7E50-8F25-213B-B0D20A9E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AD1F2-AB35-617C-E9AC-0CB9DD5A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DB2AF6-F15E-D542-2D9A-72E661DB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6A5C20-2F6D-C260-CE95-C0661F11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53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D39DD-3BC0-B98A-343D-F62EFEA3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51828D-5F11-4CF6-8E61-D2591F7DD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2DC13-1055-7621-4B39-04C2D1B1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95912-0DB1-22B8-A648-1C33C802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6094A8-167E-4638-5C41-F9718BF0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91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5EDB75-E02C-9C9B-A7A5-21CB44DEA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18FED3-49CE-11A9-E21A-41F17E264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198ED-CD50-C312-51E1-7977EA92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C27009-9680-A16E-114E-1AE9B554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3BC3D-7330-42D0-FF54-E99DCE88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84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DD61C7-8EB2-7C6C-7DD1-A883C6FC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3F502-3226-E504-FE73-C135433FA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60FDD8-53C5-DB04-1DA5-D1CBC6247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5B708-0C1F-467E-8BD3-0C4EB3C5FB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C3E73-16FB-A581-2095-F7479C4C3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BEB2F-939E-367C-AAF5-1F973A8E0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A90A2-8AA4-41D0-960B-5915DDC4EC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2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E5FDBE5-958D-17E8-46D4-87B814AD0775}"/>
              </a:ext>
            </a:extLst>
          </p:cNvPr>
          <p:cNvCxnSpPr/>
          <p:nvPr/>
        </p:nvCxnSpPr>
        <p:spPr>
          <a:xfrm>
            <a:off x="3476136" y="3942207"/>
            <a:ext cx="21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E223D7C-83B6-934B-CAF3-1BA2A2FAC96E}"/>
              </a:ext>
            </a:extLst>
          </p:cNvPr>
          <p:cNvCxnSpPr>
            <a:cxnSpLocks/>
          </p:cNvCxnSpPr>
          <p:nvPr/>
        </p:nvCxnSpPr>
        <p:spPr>
          <a:xfrm rot="16200000">
            <a:off x="2404392" y="2870463"/>
            <a:ext cx="21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B8BB62B-9718-57A3-4B0A-D89B3C992327}"/>
              </a:ext>
            </a:extLst>
          </p:cNvPr>
          <p:cNvCxnSpPr>
            <a:cxnSpLocks/>
          </p:cNvCxnSpPr>
          <p:nvPr/>
        </p:nvCxnSpPr>
        <p:spPr>
          <a:xfrm rot="16200000">
            <a:off x="4105269" y="2105402"/>
            <a:ext cx="0" cy="122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193BEF-2B14-D08C-5EED-044F8FA5FF1A}"/>
              </a:ext>
            </a:extLst>
          </p:cNvPr>
          <p:cNvCxnSpPr>
            <a:cxnSpLocks/>
          </p:cNvCxnSpPr>
          <p:nvPr/>
        </p:nvCxnSpPr>
        <p:spPr>
          <a:xfrm>
            <a:off x="4707703" y="2708995"/>
            <a:ext cx="0" cy="122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E740A0-F583-AC1A-C447-CE0CA3FD3557}"/>
              </a:ext>
            </a:extLst>
          </p:cNvPr>
          <p:cNvCxnSpPr>
            <a:cxnSpLocks/>
          </p:cNvCxnSpPr>
          <p:nvPr/>
        </p:nvCxnSpPr>
        <p:spPr>
          <a:xfrm>
            <a:off x="3484392" y="2717401"/>
            <a:ext cx="1213746" cy="1224806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3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라인, 스크린샷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72C510-8131-9081-ADC1-E5C821C06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6"/>
          <a:stretch>
            <a:fillRect/>
          </a:stretch>
        </p:blipFill>
        <p:spPr>
          <a:xfrm>
            <a:off x="2151537" y="769024"/>
            <a:ext cx="4035965" cy="439225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BD6C2B5-D4E0-8100-ADF9-F1281C57FC47}"/>
              </a:ext>
            </a:extLst>
          </p:cNvPr>
          <p:cNvSpPr/>
          <p:nvPr/>
        </p:nvSpPr>
        <p:spPr>
          <a:xfrm>
            <a:off x="2674938" y="784225"/>
            <a:ext cx="3198549" cy="385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1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12CE6DFF-A142-9F69-EAB7-71B6E91FE543}"/>
              </a:ext>
            </a:extLst>
          </p:cNvPr>
          <p:cNvSpPr/>
          <p:nvPr/>
        </p:nvSpPr>
        <p:spPr>
          <a:xfrm>
            <a:off x="7107464" y="1651000"/>
            <a:ext cx="4794250" cy="308609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B0CDFFD8-8323-73C5-FA14-8C22384B3762}"/>
              </a:ext>
            </a:extLst>
          </p:cNvPr>
          <p:cNvGrpSpPr/>
          <p:nvPr/>
        </p:nvGrpSpPr>
        <p:grpSpPr>
          <a:xfrm>
            <a:off x="5813806" y="1605755"/>
            <a:ext cx="1206770" cy="1828617"/>
            <a:chOff x="527189" y="1629372"/>
            <a:chExt cx="1206770" cy="1828617"/>
          </a:xfrm>
        </p:grpSpPr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D50209AE-41CE-62F0-C2FA-A263AFD57451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74" y="3167591"/>
              <a:ext cx="0" cy="29039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588742A-6480-BDE1-88D2-4E339B3DD540}"/>
                    </a:ext>
                  </a:extLst>
                </p:cNvPr>
                <p:cNvSpPr txBox="1"/>
                <p:nvPr/>
              </p:nvSpPr>
              <p:spPr>
                <a:xfrm>
                  <a:off x="527189" y="1629372"/>
                  <a:ext cx="1206770" cy="1631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2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kern="900" spc="-10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altLang="ko-KR" sz="14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︵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B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의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부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담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비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율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ko-KR" sz="1100" kern="900" spc="-100" dirty="0"/>
                    <a:t>︶</a:t>
                  </a:r>
                  <a:endParaRPr lang="ko-KR" altLang="en-US" sz="1100" kern="900" spc="-1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588742A-6480-BDE1-88D2-4E339B3DD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189" y="1629372"/>
                  <a:ext cx="1206770" cy="1631216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1F61299-5B5A-ECE2-2530-A37D16705436}"/>
              </a:ext>
            </a:extLst>
          </p:cNvPr>
          <p:cNvGrpSpPr/>
          <p:nvPr/>
        </p:nvGrpSpPr>
        <p:grpSpPr>
          <a:xfrm>
            <a:off x="-1804649" y="-2318275"/>
            <a:ext cx="11280427" cy="13302546"/>
            <a:chOff x="-1035029" y="-2318275"/>
            <a:chExt cx="11280427" cy="1330254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D3CC9F4-ABE6-2001-8C48-EFFD3A95832E}"/>
                </a:ext>
              </a:extLst>
            </p:cNvPr>
            <p:cNvSpPr/>
            <p:nvPr/>
          </p:nvSpPr>
          <p:spPr>
            <a:xfrm>
              <a:off x="1708150" y="1651000"/>
              <a:ext cx="4794250" cy="30860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A96A6F9-A4CD-BDB9-8F13-A5642246EB7D}"/>
                </a:ext>
              </a:extLst>
            </p:cNvPr>
            <p:cNvCxnSpPr>
              <a:cxnSpLocks/>
            </p:cNvCxnSpPr>
            <p:nvPr/>
          </p:nvCxnSpPr>
          <p:spPr>
            <a:xfrm>
              <a:off x="1708150" y="2362200"/>
              <a:ext cx="478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399C3DA-8EF0-1389-F956-AC85EF429DB4}"/>
                </a:ext>
              </a:extLst>
            </p:cNvPr>
            <p:cNvCxnSpPr>
              <a:cxnSpLocks/>
            </p:cNvCxnSpPr>
            <p:nvPr/>
          </p:nvCxnSpPr>
          <p:spPr>
            <a:xfrm>
              <a:off x="1708150" y="3228975"/>
              <a:ext cx="478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24FABC-C36F-33DF-B4CF-792E97E3CAE0}"/>
                </a:ext>
              </a:extLst>
            </p:cNvPr>
            <p:cNvCxnSpPr>
              <a:cxnSpLocks/>
            </p:cNvCxnSpPr>
            <p:nvPr/>
          </p:nvCxnSpPr>
          <p:spPr>
            <a:xfrm>
              <a:off x="1708150" y="4095750"/>
              <a:ext cx="478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원호 16">
              <a:extLst>
                <a:ext uri="{FF2B5EF4-FFF2-40B4-BE49-F238E27FC236}">
                  <a16:creationId xmlns:a16="http://schemas.microsoft.com/office/drawing/2014/main" id="{06C04764-FDF0-898C-34E0-509DDA9621F8}"/>
                </a:ext>
              </a:extLst>
            </p:cNvPr>
            <p:cNvSpPr/>
            <p:nvPr/>
          </p:nvSpPr>
          <p:spPr>
            <a:xfrm>
              <a:off x="-1035029" y="2363788"/>
              <a:ext cx="7819679" cy="6885185"/>
            </a:xfrm>
            <a:prstGeom prst="arc">
              <a:avLst>
                <a:gd name="adj1" fmla="val 15143542"/>
                <a:gd name="adj2" fmla="val 17348134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원호 17">
              <a:extLst>
                <a:ext uri="{FF2B5EF4-FFF2-40B4-BE49-F238E27FC236}">
                  <a16:creationId xmlns:a16="http://schemas.microsoft.com/office/drawing/2014/main" id="{46CE91DB-4E91-3A8C-E97B-5623F59702C3}"/>
                </a:ext>
              </a:extLst>
            </p:cNvPr>
            <p:cNvSpPr/>
            <p:nvPr/>
          </p:nvSpPr>
          <p:spPr>
            <a:xfrm>
              <a:off x="-438129" y="3228976"/>
              <a:ext cx="7819679" cy="6885185"/>
            </a:xfrm>
            <a:prstGeom prst="arc">
              <a:avLst>
                <a:gd name="adj1" fmla="val 15085827"/>
                <a:gd name="adj2" fmla="val 17348134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원호 18">
              <a:extLst>
                <a:ext uri="{FF2B5EF4-FFF2-40B4-BE49-F238E27FC236}">
                  <a16:creationId xmlns:a16="http://schemas.microsoft.com/office/drawing/2014/main" id="{671740F9-8F1C-921F-EE65-AC6FB43005A2}"/>
                </a:ext>
              </a:extLst>
            </p:cNvPr>
            <p:cNvSpPr/>
            <p:nvPr/>
          </p:nvSpPr>
          <p:spPr>
            <a:xfrm>
              <a:off x="699791" y="4099086"/>
              <a:ext cx="7819679" cy="6885185"/>
            </a:xfrm>
            <a:prstGeom prst="arc">
              <a:avLst>
                <a:gd name="adj1" fmla="val 14986691"/>
                <a:gd name="adj2" fmla="val 17348134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7945C4E-7218-59EE-8221-61C3A8C7E237}"/>
                </a:ext>
              </a:extLst>
            </p:cNvPr>
            <p:cNvCxnSpPr>
              <a:cxnSpLocks/>
            </p:cNvCxnSpPr>
            <p:nvPr/>
          </p:nvCxnSpPr>
          <p:spPr>
            <a:xfrm>
              <a:off x="4584685" y="4095750"/>
              <a:ext cx="0" cy="648000"/>
            </a:xfrm>
            <a:prstGeom prst="line">
              <a:avLst/>
            </a:prstGeom>
            <a:ln w="6350">
              <a:solidFill>
                <a:srgbClr val="070B1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7EB7F39-707B-E78E-BA92-FC12E8BFBF3C}"/>
                </a:ext>
              </a:extLst>
            </p:cNvPr>
            <p:cNvCxnSpPr>
              <a:cxnSpLocks/>
            </p:cNvCxnSpPr>
            <p:nvPr/>
          </p:nvCxnSpPr>
          <p:spPr>
            <a:xfrm>
              <a:off x="3479785" y="3228975"/>
              <a:ext cx="0" cy="1512000"/>
            </a:xfrm>
            <a:prstGeom prst="line">
              <a:avLst/>
            </a:prstGeom>
            <a:ln w="6350">
              <a:solidFill>
                <a:srgbClr val="070B1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5B96C22-2877-CA50-39B3-6402611FCB40}"/>
                </a:ext>
              </a:extLst>
            </p:cNvPr>
            <p:cNvCxnSpPr>
              <a:cxnSpLocks/>
            </p:cNvCxnSpPr>
            <p:nvPr/>
          </p:nvCxnSpPr>
          <p:spPr>
            <a:xfrm>
              <a:off x="2855760" y="2362200"/>
              <a:ext cx="0" cy="2376000"/>
            </a:xfrm>
            <a:prstGeom prst="line">
              <a:avLst/>
            </a:prstGeom>
            <a:ln w="6350">
              <a:solidFill>
                <a:srgbClr val="070B1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954EEE3-1235-28D0-A65E-1DB1CA5ED71E}"/>
                    </a:ext>
                  </a:extLst>
                </p:cNvPr>
                <p:cNvSpPr txBox="1"/>
                <p:nvPr/>
              </p:nvSpPr>
              <p:spPr>
                <a:xfrm>
                  <a:off x="1315086" y="1495459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954EEE3-1235-28D0-A65E-1DB1CA5ED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086" y="1495459"/>
                  <a:ext cx="494030" cy="3118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DCD8330-F8E1-1E75-E77D-19CD5461E92C}"/>
                    </a:ext>
                  </a:extLst>
                </p:cNvPr>
                <p:cNvSpPr txBox="1"/>
                <p:nvPr/>
              </p:nvSpPr>
              <p:spPr>
                <a:xfrm>
                  <a:off x="1315086" y="2159368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DCD8330-F8E1-1E75-E77D-19CD5461E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086" y="2159368"/>
                  <a:ext cx="494030" cy="3118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0B06C82-8612-D0FC-6FCB-2595C2A08DCA}"/>
                    </a:ext>
                  </a:extLst>
                </p:cNvPr>
                <p:cNvSpPr txBox="1"/>
                <p:nvPr/>
              </p:nvSpPr>
              <p:spPr>
                <a:xfrm>
                  <a:off x="1315086" y="3922478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0B06C82-8612-D0FC-6FCB-2595C2A08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086" y="3922478"/>
                  <a:ext cx="494030" cy="3118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F14C103-040D-2CCB-FB0E-5D9A7E3B051A}"/>
                    </a:ext>
                  </a:extLst>
                </p:cNvPr>
                <p:cNvSpPr txBox="1"/>
                <p:nvPr/>
              </p:nvSpPr>
              <p:spPr>
                <a:xfrm>
                  <a:off x="2602395" y="4741928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F14C103-040D-2CCB-FB0E-5D9A7E3B0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395" y="4741928"/>
                  <a:ext cx="494030" cy="3118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16B164C-92FF-1C63-7CEC-13673EEB021F}"/>
                    </a:ext>
                  </a:extLst>
                </p:cNvPr>
                <p:cNvSpPr txBox="1"/>
                <p:nvPr/>
              </p:nvSpPr>
              <p:spPr>
                <a:xfrm>
                  <a:off x="3232770" y="4741928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16B164C-92FF-1C63-7CEC-13673EEB0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2770" y="4741928"/>
                  <a:ext cx="494030" cy="3118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D230629-5545-F808-D85A-8F1FF99F6429}"/>
                    </a:ext>
                  </a:extLst>
                </p:cNvPr>
                <p:cNvSpPr txBox="1"/>
                <p:nvPr/>
              </p:nvSpPr>
              <p:spPr>
                <a:xfrm>
                  <a:off x="4337224" y="4741928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D230629-5545-F808-D85A-8F1FF99F6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224" y="4741928"/>
                  <a:ext cx="494030" cy="31181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E4C84A-41C4-0564-3EEC-10720971AB6B}"/>
                    </a:ext>
                  </a:extLst>
                </p:cNvPr>
                <p:cNvSpPr txBox="1"/>
                <p:nvPr/>
              </p:nvSpPr>
              <p:spPr>
                <a:xfrm>
                  <a:off x="1315086" y="4743750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E4C84A-41C4-0564-3EEC-10720971A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086" y="4743750"/>
                  <a:ext cx="494030" cy="31181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CA9A28B-6114-7144-0C6B-E18184CE56F7}"/>
                    </a:ext>
                  </a:extLst>
                </p:cNvPr>
                <p:cNvSpPr txBox="1"/>
                <p:nvPr/>
              </p:nvSpPr>
              <p:spPr>
                <a:xfrm>
                  <a:off x="2342680" y="1745837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CA9A28B-6114-7144-0C6B-E18184CE5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2680" y="1745837"/>
                  <a:ext cx="494030" cy="3118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1642F21-B132-C7AD-6AA7-E3D61AD23E65}"/>
                    </a:ext>
                  </a:extLst>
                </p:cNvPr>
                <p:cNvSpPr txBox="1"/>
                <p:nvPr/>
              </p:nvSpPr>
              <p:spPr>
                <a:xfrm>
                  <a:off x="3912216" y="2409124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1642F21-B132-C7AD-6AA7-E3D61AD23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216" y="2409124"/>
                  <a:ext cx="494030" cy="31181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4CA50B2-59D4-27D2-AE03-4E9AE9EEBEA1}"/>
                    </a:ext>
                  </a:extLst>
                </p:cNvPr>
                <p:cNvSpPr txBox="1"/>
                <p:nvPr/>
              </p:nvSpPr>
              <p:spPr>
                <a:xfrm>
                  <a:off x="4497063" y="3269251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4CA50B2-59D4-27D2-AE03-4E9AE9EEB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7063" y="3269251"/>
                  <a:ext cx="494030" cy="3118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A5E623-9A30-FF36-63A5-04D0D412F6BC}"/>
                    </a:ext>
                  </a:extLst>
                </p:cNvPr>
                <p:cNvSpPr txBox="1"/>
                <p:nvPr/>
              </p:nvSpPr>
              <p:spPr>
                <a:xfrm>
                  <a:off x="5617534" y="4144262"/>
                  <a:ext cx="494030" cy="3118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A5E623-9A30-FF36-63A5-04D0D412F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7534" y="4144262"/>
                  <a:ext cx="494030" cy="31181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원호 14">
              <a:extLst>
                <a:ext uri="{FF2B5EF4-FFF2-40B4-BE49-F238E27FC236}">
                  <a16:creationId xmlns:a16="http://schemas.microsoft.com/office/drawing/2014/main" id="{73C6762A-8B57-6975-0D49-11DFB07AC71F}"/>
                </a:ext>
              </a:extLst>
            </p:cNvPr>
            <p:cNvSpPr/>
            <p:nvPr/>
          </p:nvSpPr>
          <p:spPr>
            <a:xfrm rot="12079575">
              <a:off x="2425719" y="-2318275"/>
              <a:ext cx="7819679" cy="6885185"/>
            </a:xfrm>
            <a:prstGeom prst="arc">
              <a:avLst>
                <a:gd name="adj1" fmla="val 15596834"/>
                <a:gd name="adj2" fmla="val 1947825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33254F1-792E-88F9-518D-94B3D054C6DF}"/>
              </a:ext>
            </a:extLst>
          </p:cNvPr>
          <p:cNvGrpSpPr/>
          <p:nvPr/>
        </p:nvGrpSpPr>
        <p:grpSpPr>
          <a:xfrm>
            <a:off x="-472209" y="1605755"/>
            <a:ext cx="1206770" cy="1828617"/>
            <a:chOff x="527189" y="1629372"/>
            <a:chExt cx="1206770" cy="1828617"/>
          </a:xfrm>
        </p:grpSpPr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E8AEBA2B-C5F1-1A69-8385-DF2D6CA153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0574" y="3167591"/>
              <a:ext cx="0" cy="29039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C6F787B-3DF7-B96E-A66E-DC4A33052C63}"/>
                    </a:ext>
                  </a:extLst>
                </p:cNvPr>
                <p:cNvSpPr txBox="1"/>
                <p:nvPr/>
              </p:nvSpPr>
              <p:spPr>
                <a:xfrm>
                  <a:off x="527189" y="1629372"/>
                  <a:ext cx="1206770" cy="1631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2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kern="900" spc="-10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altLang="ko-KR" sz="14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︵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B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의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부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담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비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율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ko-KR" sz="1100" kern="900" spc="-100" dirty="0"/>
                    <a:t>︶</a:t>
                  </a:r>
                  <a:endParaRPr lang="ko-KR" altLang="en-US" sz="1100" kern="900" spc="-1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C6F787B-3DF7-B96E-A66E-DC4A33052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189" y="1629372"/>
                  <a:ext cx="1206770" cy="1631216"/>
                </a:xfrm>
                <a:prstGeom prst="rect">
                  <a:avLst/>
                </a:prstGeom>
                <a:blipFill>
                  <a:blip r:embed="rId1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0D5E5B6-CB22-590A-112F-015DEC552C92}"/>
              </a:ext>
            </a:extLst>
          </p:cNvPr>
          <p:cNvGrpSpPr/>
          <p:nvPr/>
        </p:nvGrpSpPr>
        <p:grpSpPr>
          <a:xfrm>
            <a:off x="-184601" y="3228975"/>
            <a:ext cx="1206770" cy="1960775"/>
            <a:chOff x="585019" y="3228975"/>
            <a:chExt cx="1206770" cy="1960775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1B3CFD9-2124-52A6-BBEF-401E53D8F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8404" y="3228975"/>
              <a:ext cx="0" cy="29039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52679F-6E87-31E0-3AAD-1E81FBB90C31}"/>
                    </a:ext>
                  </a:extLst>
                </p:cNvPr>
                <p:cNvSpPr txBox="1"/>
                <p:nvPr/>
              </p:nvSpPr>
              <p:spPr>
                <a:xfrm>
                  <a:off x="585019" y="3558534"/>
                  <a:ext cx="1206770" cy="1631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2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kern="900" spc="-100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altLang="ko-KR" sz="14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︵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A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의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부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담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비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율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ko-KR" sz="1100" kern="900" spc="-100" dirty="0"/>
                    <a:t>︶</a:t>
                  </a:r>
                  <a:endParaRPr lang="ko-KR" altLang="en-US" sz="1100" kern="900" spc="-1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52679F-6E87-31E0-3AAD-1E81FBB90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19" y="3558534"/>
                  <a:ext cx="1206770" cy="1631216"/>
                </a:xfrm>
                <a:prstGeom prst="rect">
                  <a:avLst/>
                </a:prstGeom>
                <a:blipFill>
                  <a:blip r:embed="rId15"/>
                  <a:stretch>
                    <a:fillRect b="-18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05EDC8-D8E5-FEEA-A653-C50E50AED0E8}"/>
                  </a:ext>
                </a:extLst>
              </p:cNvPr>
              <p:cNvSpPr txBox="1"/>
              <p:nvPr/>
            </p:nvSpPr>
            <p:spPr>
              <a:xfrm>
                <a:off x="4816924" y="4734784"/>
                <a:ext cx="12067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en-US" altLang="ko-KR" sz="1100" dirty="0"/>
                  <a:t>(</a:t>
                </a:r>
                <a:r>
                  <a:rPr lang="ko-KR" altLang="en-US" sz="1100" dirty="0"/>
                  <a:t>공공재의 양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05EDC8-D8E5-FEEA-A653-C50E50AED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924" y="4734784"/>
                <a:ext cx="1206770" cy="307777"/>
              </a:xfrm>
              <a:prstGeom prst="rect">
                <a:avLst/>
              </a:prstGeom>
              <a:blipFill>
                <a:blip r:embed="rId1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F3F55DE-BC8F-C3CA-D923-CA3DE4D7AA2D}"/>
              </a:ext>
            </a:extLst>
          </p:cNvPr>
          <p:cNvCxnSpPr>
            <a:cxnSpLocks/>
          </p:cNvCxnSpPr>
          <p:nvPr/>
        </p:nvCxnSpPr>
        <p:spPr>
          <a:xfrm>
            <a:off x="8879099" y="3228975"/>
            <a:ext cx="0" cy="1512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F38C9C5-69AD-70D5-AC8A-39935306750A}"/>
                  </a:ext>
                </a:extLst>
              </p:cNvPr>
              <p:cNvSpPr txBox="1"/>
              <p:nvPr/>
            </p:nvSpPr>
            <p:spPr>
              <a:xfrm>
                <a:off x="6714400" y="1495459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F38C9C5-69AD-70D5-AC8A-399353067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400" y="1495459"/>
                <a:ext cx="494030" cy="3118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98A255-EC87-5F70-11EC-CA271CE14279}"/>
                  </a:ext>
                </a:extLst>
              </p:cNvPr>
              <p:cNvSpPr txBox="1"/>
              <p:nvPr/>
            </p:nvSpPr>
            <p:spPr>
              <a:xfrm>
                <a:off x="6714400" y="2191118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98A255-EC87-5F70-11EC-CA271CE14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400" y="2191118"/>
                <a:ext cx="49403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DCD959-6EE9-E3F5-C92E-4396B3F1AF52}"/>
                  </a:ext>
                </a:extLst>
              </p:cNvPr>
              <p:cNvSpPr txBox="1"/>
              <p:nvPr/>
            </p:nvSpPr>
            <p:spPr>
              <a:xfrm>
                <a:off x="6714400" y="3039176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DCD959-6EE9-E3F5-C92E-4396B3F1A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400" y="3039176"/>
                <a:ext cx="494030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4C7CCB8-A337-F2DC-9970-DC838429DA37}"/>
                  </a:ext>
                </a:extLst>
              </p:cNvPr>
              <p:cNvSpPr txBox="1"/>
              <p:nvPr/>
            </p:nvSpPr>
            <p:spPr>
              <a:xfrm>
                <a:off x="6714400" y="3922478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4C7CCB8-A337-F2DC-9970-DC838429D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400" y="3922478"/>
                <a:ext cx="494030" cy="307777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7481B8-0A0A-925F-A700-8AF95EF49AB0}"/>
                  </a:ext>
                </a:extLst>
              </p:cNvPr>
              <p:cNvSpPr txBox="1"/>
              <p:nvPr/>
            </p:nvSpPr>
            <p:spPr>
              <a:xfrm>
                <a:off x="9736538" y="4741928"/>
                <a:ext cx="494030" cy="310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7481B8-0A0A-925F-A700-8AF95EF49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538" y="4741928"/>
                <a:ext cx="494030" cy="310791"/>
              </a:xfrm>
              <a:prstGeom prst="rect">
                <a:avLst/>
              </a:prstGeom>
              <a:blipFill>
                <a:blip r:embed="rId21"/>
                <a:stretch>
                  <a:fillRect t="-3922" r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C1D7B5-E21E-4068-B74D-08BA78B991CE}"/>
                  </a:ext>
                </a:extLst>
              </p:cNvPr>
              <p:cNvSpPr txBox="1"/>
              <p:nvPr/>
            </p:nvSpPr>
            <p:spPr>
              <a:xfrm>
                <a:off x="6714400" y="4743750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C1D7B5-E21E-4068-B74D-08BA78B9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400" y="4743750"/>
                <a:ext cx="494030" cy="31181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787B181-51AB-EFE3-95A9-1A3DFA47B7B5}"/>
                  </a:ext>
                </a:extLst>
              </p:cNvPr>
              <p:cNvSpPr txBox="1"/>
              <p:nvPr/>
            </p:nvSpPr>
            <p:spPr>
              <a:xfrm>
                <a:off x="7741994" y="1745837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787B181-51AB-EFE3-95A9-1A3DFA47B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94" y="1745837"/>
                <a:ext cx="494030" cy="3118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원호 74">
            <a:extLst>
              <a:ext uri="{FF2B5EF4-FFF2-40B4-BE49-F238E27FC236}">
                <a16:creationId xmlns:a16="http://schemas.microsoft.com/office/drawing/2014/main" id="{27CE5962-1821-5A9A-ACB1-7174EFF50E59}"/>
              </a:ext>
            </a:extLst>
          </p:cNvPr>
          <p:cNvSpPr/>
          <p:nvPr/>
        </p:nvSpPr>
        <p:spPr>
          <a:xfrm rot="12079575">
            <a:off x="7825033" y="-2318275"/>
            <a:ext cx="7819679" cy="6885185"/>
          </a:xfrm>
          <a:prstGeom prst="arc">
            <a:avLst>
              <a:gd name="adj1" fmla="val 15596834"/>
              <a:gd name="adj2" fmla="val 1947825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5F20BB8-961A-6959-9466-F41F8ED8F6BD}"/>
              </a:ext>
            </a:extLst>
          </p:cNvPr>
          <p:cNvCxnSpPr>
            <a:cxnSpLocks/>
          </p:cNvCxnSpPr>
          <p:nvPr/>
        </p:nvCxnSpPr>
        <p:spPr>
          <a:xfrm rot="16200000">
            <a:off x="9019438" y="453641"/>
            <a:ext cx="0" cy="3816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E84A369-4B74-16BB-EA92-6E9B578BA227}"/>
              </a:ext>
            </a:extLst>
          </p:cNvPr>
          <p:cNvCxnSpPr>
            <a:cxnSpLocks/>
          </p:cNvCxnSpPr>
          <p:nvPr/>
        </p:nvCxnSpPr>
        <p:spPr>
          <a:xfrm rot="16200000">
            <a:off x="7993438" y="2346975"/>
            <a:ext cx="0" cy="1764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3FBC64A-6329-BCDB-C3FE-3EB1AD616228}"/>
              </a:ext>
            </a:extLst>
          </p:cNvPr>
          <p:cNvCxnSpPr>
            <a:cxnSpLocks/>
          </p:cNvCxnSpPr>
          <p:nvPr/>
        </p:nvCxnSpPr>
        <p:spPr>
          <a:xfrm rot="16200000">
            <a:off x="8533438" y="2673471"/>
            <a:ext cx="0" cy="2844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원호 82">
            <a:extLst>
              <a:ext uri="{FF2B5EF4-FFF2-40B4-BE49-F238E27FC236}">
                <a16:creationId xmlns:a16="http://schemas.microsoft.com/office/drawing/2014/main" id="{ABABA5DE-5919-A89C-4FA0-F97DD9CA0EC9}"/>
              </a:ext>
            </a:extLst>
          </p:cNvPr>
          <p:cNvSpPr/>
          <p:nvPr/>
        </p:nvSpPr>
        <p:spPr>
          <a:xfrm rot="19919431" flipH="1">
            <a:off x="7815715" y="1926790"/>
            <a:ext cx="7639360" cy="6915733"/>
          </a:xfrm>
          <a:prstGeom prst="arc">
            <a:avLst>
              <a:gd name="adj1" fmla="val 15429057"/>
              <a:gd name="adj2" fmla="val 1895065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580D94C-D95A-91B5-1137-95C8BB2C2255}"/>
              </a:ext>
            </a:extLst>
          </p:cNvPr>
          <p:cNvGrpSpPr/>
          <p:nvPr/>
        </p:nvGrpSpPr>
        <p:grpSpPr>
          <a:xfrm>
            <a:off x="6101414" y="3228975"/>
            <a:ext cx="1206770" cy="1960775"/>
            <a:chOff x="585019" y="3228975"/>
            <a:chExt cx="1206770" cy="1960775"/>
          </a:xfrm>
        </p:grpSpPr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7A57D410-3CF0-0693-2247-B63406F27F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8404" y="3228975"/>
              <a:ext cx="0" cy="29039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16B52F-59E7-2594-0643-413656E38121}"/>
                    </a:ext>
                  </a:extLst>
                </p:cNvPr>
                <p:cNvSpPr txBox="1"/>
                <p:nvPr/>
              </p:nvSpPr>
              <p:spPr>
                <a:xfrm>
                  <a:off x="585019" y="3558534"/>
                  <a:ext cx="1206770" cy="1631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2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kern="900" spc="-100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altLang="ko-KR" sz="14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︵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en-US" altLang="ko-KR" sz="1100" kern="900" spc="-100" dirty="0"/>
                    <a:t>A</a:t>
                  </a:r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의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부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담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비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en-US" sz="1100" kern="900" spc="-100" dirty="0"/>
                    <a:t>율</a:t>
                  </a:r>
                  <a:endParaRPr lang="en-US" altLang="ko-KR" sz="1100" kern="900" spc="-100" dirty="0"/>
                </a:p>
                <a:p>
                  <a:pPr algn="ctr">
                    <a:lnSpc>
                      <a:spcPts val="1200"/>
                    </a:lnSpc>
                  </a:pPr>
                  <a:r>
                    <a:rPr lang="ko-KR" altLang="ko-KR" sz="1100" kern="900" spc="-100" dirty="0"/>
                    <a:t>︶</a:t>
                  </a:r>
                  <a:endParaRPr lang="ko-KR" altLang="en-US" sz="1100" kern="900" spc="-1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16B52F-59E7-2594-0643-413656E38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19" y="3558534"/>
                  <a:ext cx="1206770" cy="1631216"/>
                </a:xfrm>
                <a:prstGeom prst="rect">
                  <a:avLst/>
                </a:prstGeom>
                <a:blipFill>
                  <a:blip r:embed="rId15"/>
                  <a:stretch>
                    <a:fillRect b="-18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2BF6886-A8A1-7438-0A92-18B99A731B3F}"/>
                  </a:ext>
                </a:extLst>
              </p:cNvPr>
              <p:cNvSpPr txBox="1"/>
              <p:nvPr/>
            </p:nvSpPr>
            <p:spPr>
              <a:xfrm>
                <a:off x="8664267" y="4754011"/>
                <a:ext cx="494030" cy="319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2BF6886-A8A1-7438-0A92-18B99A731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267" y="4754011"/>
                <a:ext cx="494030" cy="31944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01BE040D-62C2-8732-B3CD-D5EF019047A2}"/>
              </a:ext>
            </a:extLst>
          </p:cNvPr>
          <p:cNvCxnSpPr>
            <a:cxnSpLocks/>
          </p:cNvCxnSpPr>
          <p:nvPr/>
        </p:nvCxnSpPr>
        <p:spPr>
          <a:xfrm>
            <a:off x="9958599" y="1670050"/>
            <a:ext cx="0" cy="3060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FEBFA91-B8DB-8EB8-87D7-F704C07F976B}"/>
                  </a:ext>
                </a:extLst>
              </p:cNvPr>
              <p:cNvSpPr txBox="1"/>
              <p:nvPr/>
            </p:nvSpPr>
            <p:spPr>
              <a:xfrm>
                <a:off x="8608739" y="2894903"/>
                <a:ext cx="53339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kern="900" spc="-10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FEBFA91-B8DB-8EB8-87D7-F704C07F9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739" y="2894903"/>
                <a:ext cx="533398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F56F1C1-6887-A3F9-90E5-7CE37B3847BA}"/>
                  </a:ext>
                </a:extLst>
              </p:cNvPr>
              <p:cNvSpPr txBox="1"/>
              <p:nvPr/>
            </p:nvSpPr>
            <p:spPr>
              <a:xfrm>
                <a:off x="10661572" y="1745837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F56F1C1-6887-A3F9-90E5-7CE37B384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1572" y="1745837"/>
                <a:ext cx="494030" cy="31181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A689496-1EAC-1DCE-A81C-3A396A40FF22}"/>
                  </a:ext>
                </a:extLst>
              </p:cNvPr>
              <p:cNvSpPr txBox="1"/>
              <p:nvPr/>
            </p:nvSpPr>
            <p:spPr>
              <a:xfrm>
                <a:off x="10972288" y="4734784"/>
                <a:ext cx="12067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en-US" altLang="ko-KR" sz="1100" dirty="0"/>
                  <a:t>(</a:t>
                </a:r>
                <a:r>
                  <a:rPr lang="ko-KR" altLang="en-US" sz="1100" dirty="0"/>
                  <a:t>공공재의 양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A689496-1EAC-1DCE-A81C-3A396A40F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288" y="4734784"/>
                <a:ext cx="1206770" cy="307777"/>
              </a:xfrm>
              <a:prstGeom prst="rect">
                <a:avLst/>
              </a:prstGeom>
              <a:blipFill>
                <a:blip r:embed="rId1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59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B707BA-A0BA-2A50-96F2-00B8054831CF}"/>
              </a:ext>
            </a:extLst>
          </p:cNvPr>
          <p:cNvSpPr/>
          <p:nvPr/>
        </p:nvSpPr>
        <p:spPr>
          <a:xfrm>
            <a:off x="1748065" y="2118783"/>
            <a:ext cx="3792342" cy="279611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BD8E5D1-C18C-AAD7-ADCB-DD27C5ABB682}"/>
              </a:ext>
            </a:extLst>
          </p:cNvPr>
          <p:cNvCxnSpPr>
            <a:cxnSpLocks/>
          </p:cNvCxnSpPr>
          <p:nvPr/>
        </p:nvCxnSpPr>
        <p:spPr>
          <a:xfrm>
            <a:off x="3228984" y="2621840"/>
            <a:ext cx="0" cy="2268000"/>
          </a:xfrm>
          <a:prstGeom prst="line">
            <a:avLst/>
          </a:prstGeom>
          <a:ln w="6350">
            <a:solidFill>
              <a:srgbClr val="070B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0EBD0AE-5CC5-269C-4F90-CD59EDCA7167}"/>
                  </a:ext>
                </a:extLst>
              </p:cNvPr>
              <p:cNvSpPr txBox="1"/>
              <p:nvPr/>
            </p:nvSpPr>
            <p:spPr>
              <a:xfrm>
                <a:off x="1410881" y="4852118"/>
                <a:ext cx="49403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0EBD0AE-5CC5-269C-4F90-CD59EDCA7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881" y="4852118"/>
                <a:ext cx="494030" cy="311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원호 40">
            <a:extLst>
              <a:ext uri="{FF2B5EF4-FFF2-40B4-BE49-F238E27FC236}">
                <a16:creationId xmlns:a16="http://schemas.microsoft.com/office/drawing/2014/main" id="{FA2504EC-0465-91E5-BF87-72798758B06F}"/>
              </a:ext>
            </a:extLst>
          </p:cNvPr>
          <p:cNvSpPr/>
          <p:nvPr/>
        </p:nvSpPr>
        <p:spPr>
          <a:xfrm rot="11917283">
            <a:off x="1896052" y="-1939028"/>
            <a:ext cx="7819679" cy="6885185"/>
          </a:xfrm>
          <a:prstGeom prst="arc">
            <a:avLst>
              <a:gd name="adj1" fmla="val 15704493"/>
              <a:gd name="adj2" fmla="val 194172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원호 44">
            <a:extLst>
              <a:ext uri="{FF2B5EF4-FFF2-40B4-BE49-F238E27FC236}">
                <a16:creationId xmlns:a16="http://schemas.microsoft.com/office/drawing/2014/main" id="{F22DF1F0-FC12-EB13-6E75-6AB4B5512EEC}"/>
              </a:ext>
            </a:extLst>
          </p:cNvPr>
          <p:cNvSpPr/>
          <p:nvPr/>
        </p:nvSpPr>
        <p:spPr>
          <a:xfrm rot="9006992" flipH="1">
            <a:off x="-2641474" y="-2155750"/>
            <a:ext cx="7639360" cy="6915733"/>
          </a:xfrm>
          <a:prstGeom prst="arc">
            <a:avLst>
              <a:gd name="adj1" fmla="val 15123390"/>
              <a:gd name="adj2" fmla="val 184939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007BC3B-9F98-9D1F-DBF7-33E4747635BA}"/>
                  </a:ext>
                </a:extLst>
              </p:cNvPr>
              <p:cNvSpPr txBox="1"/>
              <p:nvPr/>
            </p:nvSpPr>
            <p:spPr>
              <a:xfrm>
                <a:off x="4599121" y="4852118"/>
                <a:ext cx="12067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007BC3B-9F98-9D1F-DBF7-33E474763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121" y="4852118"/>
                <a:ext cx="120677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3844B215-6CA2-88EA-5769-10CF53DD7F03}"/>
              </a:ext>
            </a:extLst>
          </p:cNvPr>
          <p:cNvSpPr txBox="1"/>
          <p:nvPr/>
        </p:nvSpPr>
        <p:spPr>
          <a:xfrm>
            <a:off x="5479989" y="4698627"/>
            <a:ext cx="11965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의결에 </a:t>
            </a:r>
            <a:endParaRPr lang="en-US" altLang="ko-KR" sz="1100" dirty="0"/>
          </a:p>
          <a:p>
            <a:r>
              <a:rPr lang="ko-KR" altLang="en-US" sz="1100" dirty="0"/>
              <a:t>필요한 표수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27FA3402-A08B-51EF-4E90-ECF59EB40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0933">
            <a:off x="2504975" y="2266514"/>
            <a:ext cx="1628300" cy="3962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67C5372-530C-87EF-8C11-DAE8E3414256}"/>
                  </a:ext>
                </a:extLst>
              </p:cNvPr>
              <p:cNvSpPr txBox="1"/>
              <p:nvPr/>
            </p:nvSpPr>
            <p:spPr>
              <a:xfrm>
                <a:off x="2981969" y="4852118"/>
                <a:ext cx="4940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67C5372-530C-87EF-8C11-DAE8E3414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969" y="4852118"/>
                <a:ext cx="49403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D0402B4C-9CC7-95FF-0A17-A819B919408D}"/>
              </a:ext>
            </a:extLst>
          </p:cNvPr>
          <p:cNvSpPr txBox="1"/>
          <p:nvPr/>
        </p:nvSpPr>
        <p:spPr>
          <a:xfrm>
            <a:off x="1532829" y="1900214"/>
            <a:ext cx="463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비용</a:t>
            </a:r>
            <a:endParaRPr lang="ko-KR" altLang="en-US" sz="11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B28C0E-D511-2944-69DE-1C95CF189D21}"/>
              </a:ext>
            </a:extLst>
          </p:cNvPr>
          <p:cNvSpPr/>
          <p:nvPr/>
        </p:nvSpPr>
        <p:spPr>
          <a:xfrm>
            <a:off x="1752299" y="2109892"/>
            <a:ext cx="480936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4C3DFE9-2403-4433-8E8B-3D72FD8B3860}"/>
              </a:ext>
            </a:extLst>
          </p:cNvPr>
          <p:cNvSpPr/>
          <p:nvPr/>
        </p:nvSpPr>
        <p:spPr>
          <a:xfrm rot="16200000">
            <a:off x="3148423" y="3109581"/>
            <a:ext cx="480936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F8D57F-7052-DB8A-65ED-64A3F72807B5}"/>
              </a:ext>
            </a:extLst>
          </p:cNvPr>
          <p:cNvSpPr txBox="1"/>
          <p:nvPr/>
        </p:nvSpPr>
        <p:spPr>
          <a:xfrm>
            <a:off x="4184576" y="3008991"/>
            <a:ext cx="1602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첫째 </a:t>
            </a:r>
            <a:r>
              <a:rPr lang="ko-KR" altLang="en-US" sz="1100"/>
              <a:t>유형의 비용 곡선</a:t>
            </a:r>
            <a:endParaRPr lang="ko-KR" altLang="en-US" sz="11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7AD136-E223-EE29-5CBF-3417AC9145BB}"/>
              </a:ext>
            </a:extLst>
          </p:cNvPr>
          <p:cNvSpPr txBox="1"/>
          <p:nvPr/>
        </p:nvSpPr>
        <p:spPr>
          <a:xfrm>
            <a:off x="4061069" y="4244040"/>
            <a:ext cx="1602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둘째 유형의 비용 곡선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12ABE8-3B5C-2E60-1A5C-F5C1A2A3BD83}"/>
              </a:ext>
            </a:extLst>
          </p:cNvPr>
          <p:cNvSpPr txBox="1"/>
          <p:nvPr/>
        </p:nvSpPr>
        <p:spPr>
          <a:xfrm>
            <a:off x="3622519" y="2147304"/>
            <a:ext cx="6747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총비용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2153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83</Words>
  <Application>Microsoft Office PowerPoint</Application>
  <PresentationFormat>와이드스크린</PresentationFormat>
  <Paragraphs>72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Seungho Jeon</dc:creator>
  <cp:lastModifiedBy>Seungho Jeon</cp:lastModifiedBy>
  <cp:revision>5</cp:revision>
  <dcterms:created xsi:type="dcterms:W3CDTF">2026-01-04T23:31:42Z</dcterms:created>
  <dcterms:modified xsi:type="dcterms:W3CDTF">2026-01-12T07:09:17Z</dcterms:modified>
</cp:coreProperties>
</file>
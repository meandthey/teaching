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7" r:id="rId2"/>
    <p:sldId id="258" r:id="rId3"/>
    <p:sldId id="259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515" autoAdjust="0"/>
  </p:normalViewPr>
  <p:slideViewPr>
    <p:cSldViewPr snapToGrid="0" showGuides="1">
      <p:cViewPr>
        <p:scale>
          <a:sx n="200" d="100"/>
          <a:sy n="200" d="100"/>
        </p:scale>
        <p:origin x="144" y="-10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91D89A-D18F-4C97-B83B-0B7859E511B8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4A23D6-6AFD-4F32-86DA-BEF50CA428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196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A23D6-6AFD-4F32-86DA-BEF50CA428A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847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5D660-0FEE-A054-AA6F-0768C437A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5229EE-C72E-5ED0-FCC3-D76BE93D7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50EF28-E53F-FA44-476F-2EE525E29F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B92F9A-DB74-E5A1-CDD0-5D6E13205C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A23D6-6AFD-4F32-86DA-BEF50CA428A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1229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699E2-514F-A96D-FA5A-20891A305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99324-14FF-8000-9768-39C067A5E7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B463C8-122C-BB5E-A3C6-FCF5DA1A2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74ACBD-475B-E0F7-2469-DA27D9F0BA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A23D6-6AFD-4F32-86DA-BEF50CA428A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07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222E04-C352-9A82-F969-BF03D69A8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F97EAF9-5DCB-3640-6E84-72E7A3806D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9C1EC2-2BF0-D203-A37A-8A907E02B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9B3E2E-5A24-CA51-7B58-EC13ECC51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2370F9-5C4F-54FF-FC02-920187FC6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125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CCE4F-402C-1656-9097-01A7DF332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850398-A01F-8247-5C77-379C4F0F8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658959-80BB-D2AC-4F20-ADEFE090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437E71-3B8D-4A26-F4CE-C237C5FD3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8890B7-4A8B-EE0A-0A9E-EC033A6B6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2486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A22BFC-A6FE-367A-A9FE-112B31DED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FFB4D3-1330-324E-29C6-008EFBA4FF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B0744D-E759-3AA0-1BA1-BDA1A2C26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ADF329-FE7E-FC6C-CF07-43880CB63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CF81BE-41AC-39C1-2CB0-668A7932B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303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B9158D-B11A-121F-FD39-49BFF9041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A9FF94-A1CD-0EB0-D30C-E3F3B69E5E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4488F1B-C368-C613-15EF-6AA22A856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BF4213-9639-BAFD-A2FD-D03AC1824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690DEDD-B5F6-0B4B-1889-B1F1C4230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CCFE4A3-3F4A-2259-07EF-6863A934D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7079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1F75B-3B48-62F7-291A-0E2A9DD67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F4C1D3-84BB-BDAB-1C59-2E545E129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D78B42-D487-F5C5-C07B-704E747599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12C0F0F-EFE5-848A-FC2D-6E8C13ED7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8355807-53BD-7C28-D9A0-468B4D1C94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669D12F-FE59-833F-B67F-0838EE53C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C00CA7F-7F8C-8C4C-1185-7513D57C4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9DC8D55-2786-68CE-44B7-D9A7574F8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97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ECB9B6-5207-A480-5F1D-6E1309279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7CE0C1E-7997-A549-EEE2-AE07CF1B0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026BDE5-A5F9-900F-56C5-B90A8A851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711880-1E40-2139-4536-2D4F3D247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2781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45238E7-7551-760C-CFBC-C56350303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F30818C-26B6-2E08-C56A-0BBB6A95D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5CAA82-B50B-1023-B617-C9E0A5042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65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8AD00-A873-A191-CDF9-CB5CCCF66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CE3849-EB2F-0DCD-4365-F33E832BF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026BA5-CE15-7180-9C91-1CF504346B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C54381-32AE-F832-DD7F-8FB6A6A8C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96CA24C-1DA8-69C9-4C5C-E18D5A549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2AD514-0630-99D6-B6F3-17AA974B0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689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EB3DA5-1461-270E-EF9A-B01F29803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833A6B-8B00-3781-63B6-0E4E431F70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1DF93C-7E50-8F25-213B-B0D20A9EBF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0AD1F2-AB35-617C-E9AC-0CB9DD5A7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DB2AF6-F15E-D542-2D9A-72E661DBB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6A5C20-2F6D-C260-CE95-C0661F114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538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3D39DD-3BC0-B98A-343D-F62EFEA3D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51828D-5F11-4CF6-8E61-D2591F7DDE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F2DC13-1055-7621-4B39-04C2D1B19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695912-0DB1-22B8-A648-1C33C8029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6094A8-167E-4638-5C41-F9718BF03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912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75EDB75-E02C-9C9B-A7A5-21CB44DEA3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18FED3-49CE-11A9-E21A-41F17E264D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8198ED-CD50-C312-51E1-7977EA923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C27009-9680-A16E-114E-1AE9B5541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13BC3D-7330-42D0-FF54-E99DCE88A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4843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9DD61C7-8EB2-7C6C-7DD1-A883C6FC4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C3F502-3226-E504-FE73-C135433FA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60FDD8-53C5-DB04-1DA5-D1CBC6247E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45B708-0C1F-467E-8BD3-0C4EB3C5FB22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EC3E73-16FB-A581-2095-F7479C4C39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BEB2F-939E-367C-AAF5-1F973A8E02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244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9.png"/><Relationship Id="rId3" Type="http://schemas.openxmlformats.org/officeDocument/2006/relationships/image" Target="../media/image52.png"/><Relationship Id="rId7" Type="http://schemas.openxmlformats.org/officeDocument/2006/relationships/image" Target="../media/image55.png"/><Relationship Id="rId12" Type="http://schemas.openxmlformats.org/officeDocument/2006/relationships/image" Target="../media/image58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7.png"/><Relationship Id="rId5" Type="http://schemas.openxmlformats.org/officeDocument/2006/relationships/image" Target="../media/image54.png"/><Relationship Id="rId15" Type="http://schemas.openxmlformats.org/officeDocument/2006/relationships/image" Target="../media/image61.png"/><Relationship Id="rId10" Type="http://schemas.openxmlformats.org/officeDocument/2006/relationships/image" Target="../media/image50.png"/><Relationship Id="rId4" Type="http://schemas.openxmlformats.org/officeDocument/2006/relationships/image" Target="../media/image53.png"/><Relationship Id="rId9" Type="http://schemas.openxmlformats.org/officeDocument/2006/relationships/image" Target="../media/image56.png"/><Relationship Id="rId14" Type="http://schemas.openxmlformats.org/officeDocument/2006/relationships/image" Target="../media/image6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3" Type="http://schemas.openxmlformats.org/officeDocument/2006/relationships/image" Target="../media/image52.png"/><Relationship Id="rId7" Type="http://schemas.openxmlformats.org/officeDocument/2006/relationships/image" Target="../media/image55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9.png"/><Relationship Id="rId5" Type="http://schemas.openxmlformats.org/officeDocument/2006/relationships/image" Target="../media/image54.png"/><Relationship Id="rId15" Type="http://schemas.openxmlformats.org/officeDocument/2006/relationships/image" Target="../media/image66.png"/><Relationship Id="rId10" Type="http://schemas.openxmlformats.org/officeDocument/2006/relationships/image" Target="../media/image58.png"/><Relationship Id="rId4" Type="http://schemas.openxmlformats.org/officeDocument/2006/relationships/image" Target="../media/image53.png"/><Relationship Id="rId9" Type="http://schemas.openxmlformats.org/officeDocument/2006/relationships/image" Target="../media/image56.png"/><Relationship Id="rId14" Type="http://schemas.openxmlformats.org/officeDocument/2006/relationships/image" Target="../media/image6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82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FE5FDBE5-958D-17E8-46D4-87B814AD0775}"/>
              </a:ext>
            </a:extLst>
          </p:cNvPr>
          <p:cNvCxnSpPr/>
          <p:nvPr/>
        </p:nvCxnSpPr>
        <p:spPr>
          <a:xfrm>
            <a:off x="3476136" y="3942207"/>
            <a:ext cx="216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E223D7C-83B6-934B-CAF3-1BA2A2FAC96E}"/>
              </a:ext>
            </a:extLst>
          </p:cNvPr>
          <p:cNvCxnSpPr>
            <a:cxnSpLocks/>
          </p:cNvCxnSpPr>
          <p:nvPr/>
        </p:nvCxnSpPr>
        <p:spPr>
          <a:xfrm rot="16200000">
            <a:off x="2404392" y="2870463"/>
            <a:ext cx="216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B8BB62B-9718-57A3-4B0A-D89B3C992327}"/>
              </a:ext>
            </a:extLst>
          </p:cNvPr>
          <p:cNvCxnSpPr>
            <a:cxnSpLocks/>
          </p:cNvCxnSpPr>
          <p:nvPr/>
        </p:nvCxnSpPr>
        <p:spPr>
          <a:xfrm rot="16200000">
            <a:off x="4105269" y="2105402"/>
            <a:ext cx="0" cy="1224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56193BEF-2B14-D08C-5EED-044F8FA5FF1A}"/>
              </a:ext>
            </a:extLst>
          </p:cNvPr>
          <p:cNvCxnSpPr>
            <a:cxnSpLocks/>
          </p:cNvCxnSpPr>
          <p:nvPr/>
        </p:nvCxnSpPr>
        <p:spPr>
          <a:xfrm>
            <a:off x="4707703" y="2708995"/>
            <a:ext cx="0" cy="1224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CE740A0-F583-AC1A-C447-CE0CA3FD3557}"/>
              </a:ext>
            </a:extLst>
          </p:cNvPr>
          <p:cNvCxnSpPr>
            <a:cxnSpLocks/>
          </p:cNvCxnSpPr>
          <p:nvPr/>
        </p:nvCxnSpPr>
        <p:spPr>
          <a:xfrm>
            <a:off x="3484392" y="2717401"/>
            <a:ext cx="1213746" cy="1224806"/>
          </a:xfrm>
          <a:prstGeom prst="line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3738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72C510-8131-9081-ADC1-E5C821C06C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2151537" y="769024"/>
            <a:ext cx="4035965" cy="4392256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3BD6C2B5-D4E0-8100-ADF9-F1281C57FC47}"/>
              </a:ext>
            </a:extLst>
          </p:cNvPr>
          <p:cNvSpPr/>
          <p:nvPr/>
        </p:nvSpPr>
        <p:spPr>
          <a:xfrm>
            <a:off x="2674938" y="784225"/>
            <a:ext cx="3198549" cy="3851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4241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12CE6DFF-A142-9F69-EAB7-71B6E91FE543}"/>
              </a:ext>
            </a:extLst>
          </p:cNvPr>
          <p:cNvSpPr/>
          <p:nvPr/>
        </p:nvSpPr>
        <p:spPr>
          <a:xfrm>
            <a:off x="7107464" y="1651000"/>
            <a:ext cx="4794250" cy="3086099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B0CDFFD8-8323-73C5-FA14-8C22384B3762}"/>
              </a:ext>
            </a:extLst>
          </p:cNvPr>
          <p:cNvGrpSpPr/>
          <p:nvPr/>
        </p:nvGrpSpPr>
        <p:grpSpPr>
          <a:xfrm>
            <a:off x="5813806" y="1605755"/>
            <a:ext cx="1206770" cy="1828617"/>
            <a:chOff x="527189" y="1629372"/>
            <a:chExt cx="1206770" cy="1828617"/>
          </a:xfrm>
        </p:grpSpPr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D50209AE-41CE-62F0-C2FA-A263AFD57451}"/>
                </a:ext>
              </a:extLst>
            </p:cNvPr>
            <p:cNvCxnSpPr>
              <a:cxnSpLocks/>
            </p:cNvCxnSpPr>
            <p:nvPr/>
          </p:nvCxnSpPr>
          <p:spPr>
            <a:xfrm>
              <a:off x="1130574" y="3167591"/>
              <a:ext cx="0" cy="29039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5588742A-6480-BDE1-88D2-4E339B3DD540}"/>
                    </a:ext>
                  </a:extLst>
                </p:cNvPr>
                <p:cNvSpPr txBox="1"/>
                <p:nvPr/>
              </p:nvSpPr>
              <p:spPr>
                <a:xfrm>
                  <a:off x="527189" y="1629372"/>
                  <a:ext cx="1206770" cy="16312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400" b="0" i="1" kern="900" spc="-100" smtClean="0"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altLang="ko-KR" sz="14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︵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B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의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부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담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비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율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ko-KR" sz="1100" kern="900" spc="-100" dirty="0"/>
                    <a:t>︶</a:t>
                  </a:r>
                  <a:endParaRPr lang="ko-KR" altLang="en-US" sz="1100" kern="900" spc="-100" dirty="0"/>
                </a:p>
              </p:txBody>
            </p:sp>
          </mc:Choice>
          <mc:Fallback xmlns="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5588742A-6480-BDE1-88D2-4E339B3DD5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189" y="1629372"/>
                  <a:ext cx="1206770" cy="1631216"/>
                </a:xfrm>
                <a:prstGeom prst="rect">
                  <a:avLst/>
                </a:prstGeom>
                <a:blipFill>
                  <a:blip r:embed="rId2"/>
                  <a:stretch>
                    <a:fillRect b="-149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E1F61299-5B5A-ECE2-2530-A37D16705436}"/>
              </a:ext>
            </a:extLst>
          </p:cNvPr>
          <p:cNvGrpSpPr/>
          <p:nvPr/>
        </p:nvGrpSpPr>
        <p:grpSpPr>
          <a:xfrm>
            <a:off x="-1804649" y="-2318275"/>
            <a:ext cx="11280427" cy="13302546"/>
            <a:chOff x="-1035029" y="-2318275"/>
            <a:chExt cx="11280427" cy="13302546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D3CC9F4-ABE6-2001-8C48-EFFD3A95832E}"/>
                </a:ext>
              </a:extLst>
            </p:cNvPr>
            <p:cNvSpPr/>
            <p:nvPr/>
          </p:nvSpPr>
          <p:spPr>
            <a:xfrm>
              <a:off x="1708150" y="1651000"/>
              <a:ext cx="4794250" cy="3086099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0A96A6F9-A4CD-BDB9-8F13-A5642246EB7D}"/>
                </a:ext>
              </a:extLst>
            </p:cNvPr>
            <p:cNvCxnSpPr>
              <a:cxnSpLocks/>
            </p:cNvCxnSpPr>
            <p:nvPr/>
          </p:nvCxnSpPr>
          <p:spPr>
            <a:xfrm>
              <a:off x="1708150" y="2362200"/>
              <a:ext cx="4788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C399C3DA-8EF0-1389-F956-AC85EF429DB4}"/>
                </a:ext>
              </a:extLst>
            </p:cNvPr>
            <p:cNvCxnSpPr>
              <a:cxnSpLocks/>
            </p:cNvCxnSpPr>
            <p:nvPr/>
          </p:nvCxnSpPr>
          <p:spPr>
            <a:xfrm>
              <a:off x="1708150" y="3228975"/>
              <a:ext cx="4788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A324FABC-C36F-33DF-B4CF-792E97E3CAE0}"/>
                </a:ext>
              </a:extLst>
            </p:cNvPr>
            <p:cNvCxnSpPr>
              <a:cxnSpLocks/>
            </p:cNvCxnSpPr>
            <p:nvPr/>
          </p:nvCxnSpPr>
          <p:spPr>
            <a:xfrm>
              <a:off x="1708150" y="4095750"/>
              <a:ext cx="4788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원호 16">
              <a:extLst>
                <a:ext uri="{FF2B5EF4-FFF2-40B4-BE49-F238E27FC236}">
                  <a16:creationId xmlns:a16="http://schemas.microsoft.com/office/drawing/2014/main" id="{06C04764-FDF0-898C-34E0-509DDA9621F8}"/>
                </a:ext>
              </a:extLst>
            </p:cNvPr>
            <p:cNvSpPr/>
            <p:nvPr/>
          </p:nvSpPr>
          <p:spPr>
            <a:xfrm>
              <a:off x="-1035029" y="2363788"/>
              <a:ext cx="7819679" cy="6885185"/>
            </a:xfrm>
            <a:prstGeom prst="arc">
              <a:avLst>
                <a:gd name="adj1" fmla="val 15143542"/>
                <a:gd name="adj2" fmla="val 17348134"/>
              </a:avLst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원호 17">
              <a:extLst>
                <a:ext uri="{FF2B5EF4-FFF2-40B4-BE49-F238E27FC236}">
                  <a16:creationId xmlns:a16="http://schemas.microsoft.com/office/drawing/2014/main" id="{46CE91DB-4E91-3A8C-E97B-5623F59702C3}"/>
                </a:ext>
              </a:extLst>
            </p:cNvPr>
            <p:cNvSpPr/>
            <p:nvPr/>
          </p:nvSpPr>
          <p:spPr>
            <a:xfrm>
              <a:off x="-438129" y="3228976"/>
              <a:ext cx="7819679" cy="6885185"/>
            </a:xfrm>
            <a:prstGeom prst="arc">
              <a:avLst>
                <a:gd name="adj1" fmla="val 15085827"/>
                <a:gd name="adj2" fmla="val 17348134"/>
              </a:avLst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원호 18">
              <a:extLst>
                <a:ext uri="{FF2B5EF4-FFF2-40B4-BE49-F238E27FC236}">
                  <a16:creationId xmlns:a16="http://schemas.microsoft.com/office/drawing/2014/main" id="{671740F9-8F1C-921F-EE65-AC6FB43005A2}"/>
                </a:ext>
              </a:extLst>
            </p:cNvPr>
            <p:cNvSpPr/>
            <p:nvPr/>
          </p:nvSpPr>
          <p:spPr>
            <a:xfrm>
              <a:off x="699791" y="4099086"/>
              <a:ext cx="7819679" cy="6885185"/>
            </a:xfrm>
            <a:prstGeom prst="arc">
              <a:avLst>
                <a:gd name="adj1" fmla="val 14986691"/>
                <a:gd name="adj2" fmla="val 17348134"/>
              </a:avLst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C7945C4E-7218-59EE-8221-61C3A8C7E237}"/>
                </a:ext>
              </a:extLst>
            </p:cNvPr>
            <p:cNvCxnSpPr>
              <a:cxnSpLocks/>
            </p:cNvCxnSpPr>
            <p:nvPr/>
          </p:nvCxnSpPr>
          <p:spPr>
            <a:xfrm>
              <a:off x="4584685" y="4095750"/>
              <a:ext cx="0" cy="648000"/>
            </a:xfrm>
            <a:prstGeom prst="line">
              <a:avLst/>
            </a:prstGeom>
            <a:ln w="6350">
              <a:solidFill>
                <a:srgbClr val="070B1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57EB7F39-707B-E78E-BA92-FC12E8BFBF3C}"/>
                </a:ext>
              </a:extLst>
            </p:cNvPr>
            <p:cNvCxnSpPr>
              <a:cxnSpLocks/>
            </p:cNvCxnSpPr>
            <p:nvPr/>
          </p:nvCxnSpPr>
          <p:spPr>
            <a:xfrm>
              <a:off x="3479785" y="3228975"/>
              <a:ext cx="0" cy="1512000"/>
            </a:xfrm>
            <a:prstGeom prst="line">
              <a:avLst/>
            </a:prstGeom>
            <a:ln w="6350">
              <a:solidFill>
                <a:srgbClr val="070B1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05B96C22-2877-CA50-39B3-6402611FCB40}"/>
                </a:ext>
              </a:extLst>
            </p:cNvPr>
            <p:cNvCxnSpPr>
              <a:cxnSpLocks/>
            </p:cNvCxnSpPr>
            <p:nvPr/>
          </p:nvCxnSpPr>
          <p:spPr>
            <a:xfrm>
              <a:off x="2855760" y="2362200"/>
              <a:ext cx="0" cy="2376000"/>
            </a:xfrm>
            <a:prstGeom prst="line">
              <a:avLst/>
            </a:prstGeom>
            <a:ln w="6350">
              <a:solidFill>
                <a:srgbClr val="070B1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954EEE3-1235-28D0-A65E-1DB1CA5ED71E}"/>
                    </a:ext>
                  </a:extLst>
                </p:cNvPr>
                <p:cNvSpPr txBox="1"/>
                <p:nvPr/>
              </p:nvSpPr>
              <p:spPr>
                <a:xfrm>
                  <a:off x="1315086" y="1495459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954EEE3-1235-28D0-A65E-1DB1CA5ED7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5086" y="1495459"/>
                  <a:ext cx="494030" cy="31181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DCD8330-F8E1-1E75-E77D-19CD5461E92C}"/>
                    </a:ext>
                  </a:extLst>
                </p:cNvPr>
                <p:cNvSpPr txBox="1"/>
                <p:nvPr/>
              </p:nvSpPr>
              <p:spPr>
                <a:xfrm>
                  <a:off x="1315086" y="215936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DCD8330-F8E1-1E75-E77D-19CD5461E9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5086" y="2159368"/>
                  <a:ext cx="494030" cy="31181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0B06C82-8612-D0FC-6FCB-2595C2A08DCA}"/>
                    </a:ext>
                  </a:extLst>
                </p:cNvPr>
                <p:cNvSpPr txBox="1"/>
                <p:nvPr/>
              </p:nvSpPr>
              <p:spPr>
                <a:xfrm>
                  <a:off x="1315086" y="392247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0B06C82-8612-D0FC-6FCB-2595C2A08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5086" y="3922478"/>
                  <a:ext cx="494030" cy="31181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F14C103-040D-2CCB-FB0E-5D9A7E3B051A}"/>
                    </a:ext>
                  </a:extLst>
                </p:cNvPr>
                <p:cNvSpPr txBox="1"/>
                <p:nvPr/>
              </p:nvSpPr>
              <p:spPr>
                <a:xfrm>
                  <a:off x="2602395" y="474192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F14C103-040D-2CCB-FB0E-5D9A7E3B05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395" y="4741928"/>
                  <a:ext cx="494030" cy="3118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16B164C-92FF-1C63-7CEC-13673EEB021F}"/>
                    </a:ext>
                  </a:extLst>
                </p:cNvPr>
                <p:cNvSpPr txBox="1"/>
                <p:nvPr/>
              </p:nvSpPr>
              <p:spPr>
                <a:xfrm>
                  <a:off x="3232770" y="474192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16B164C-92FF-1C63-7CEC-13673EEB02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2770" y="4741928"/>
                  <a:ext cx="494030" cy="3118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D230629-5545-F808-D85A-8F1FF99F6429}"/>
                    </a:ext>
                  </a:extLst>
                </p:cNvPr>
                <p:cNvSpPr txBox="1"/>
                <p:nvPr/>
              </p:nvSpPr>
              <p:spPr>
                <a:xfrm>
                  <a:off x="4337224" y="474192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D230629-5545-F808-D85A-8F1FF99F64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7224" y="4741928"/>
                  <a:ext cx="494030" cy="3118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92E4C84A-41C4-0564-3EEC-10720971AB6B}"/>
                    </a:ext>
                  </a:extLst>
                </p:cNvPr>
                <p:cNvSpPr txBox="1"/>
                <p:nvPr/>
              </p:nvSpPr>
              <p:spPr>
                <a:xfrm>
                  <a:off x="1315086" y="4743750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92E4C84A-41C4-0564-3EEC-10720971AB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5086" y="4743750"/>
                  <a:ext cx="494030" cy="3118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9CA9A28B-6114-7144-0C6B-E18184CE56F7}"/>
                    </a:ext>
                  </a:extLst>
                </p:cNvPr>
                <p:cNvSpPr txBox="1"/>
                <p:nvPr/>
              </p:nvSpPr>
              <p:spPr>
                <a:xfrm>
                  <a:off x="2342680" y="1745837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9CA9A28B-6114-7144-0C6B-E18184CE56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2680" y="1745837"/>
                  <a:ext cx="494030" cy="3118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1642F21-B132-C7AD-6AA7-E3D61AD23E65}"/>
                    </a:ext>
                  </a:extLst>
                </p:cNvPr>
                <p:cNvSpPr txBox="1"/>
                <p:nvPr/>
              </p:nvSpPr>
              <p:spPr>
                <a:xfrm>
                  <a:off x="3912216" y="2409124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1642F21-B132-C7AD-6AA7-E3D61AD23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12216" y="2409124"/>
                  <a:ext cx="494030" cy="3118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4CA50B2-59D4-27D2-AE03-4E9AE9EEBEA1}"/>
                    </a:ext>
                  </a:extLst>
                </p:cNvPr>
                <p:cNvSpPr txBox="1"/>
                <p:nvPr/>
              </p:nvSpPr>
              <p:spPr>
                <a:xfrm>
                  <a:off x="4497063" y="3269251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4CA50B2-59D4-27D2-AE03-4E9AE9EEB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7063" y="3269251"/>
                  <a:ext cx="494030" cy="3118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9FA5E623-9A30-FF36-63A5-04D0D412F6BC}"/>
                    </a:ext>
                  </a:extLst>
                </p:cNvPr>
                <p:cNvSpPr txBox="1"/>
                <p:nvPr/>
              </p:nvSpPr>
              <p:spPr>
                <a:xfrm>
                  <a:off x="5617534" y="4144262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9FA5E623-9A30-FF36-63A5-04D0D412F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7534" y="4144262"/>
                  <a:ext cx="494030" cy="311817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원호 14">
              <a:extLst>
                <a:ext uri="{FF2B5EF4-FFF2-40B4-BE49-F238E27FC236}">
                  <a16:creationId xmlns:a16="http://schemas.microsoft.com/office/drawing/2014/main" id="{73C6762A-8B57-6975-0D49-11DFB07AC71F}"/>
                </a:ext>
              </a:extLst>
            </p:cNvPr>
            <p:cNvSpPr/>
            <p:nvPr/>
          </p:nvSpPr>
          <p:spPr>
            <a:xfrm rot="12079575">
              <a:off x="2425719" y="-2318275"/>
              <a:ext cx="7819679" cy="6885185"/>
            </a:xfrm>
            <a:prstGeom prst="arc">
              <a:avLst>
                <a:gd name="adj1" fmla="val 15596834"/>
                <a:gd name="adj2" fmla="val 19478252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33254F1-792E-88F9-518D-94B3D054C6DF}"/>
              </a:ext>
            </a:extLst>
          </p:cNvPr>
          <p:cNvGrpSpPr/>
          <p:nvPr/>
        </p:nvGrpSpPr>
        <p:grpSpPr>
          <a:xfrm>
            <a:off x="-472209" y="1605755"/>
            <a:ext cx="1206770" cy="1828617"/>
            <a:chOff x="527189" y="1629372"/>
            <a:chExt cx="1206770" cy="1828617"/>
          </a:xfrm>
        </p:grpSpPr>
        <p:cxnSp>
          <p:nvCxnSpPr>
            <p:cNvPr id="38" name="직선 화살표 연결선 37">
              <a:extLst>
                <a:ext uri="{FF2B5EF4-FFF2-40B4-BE49-F238E27FC236}">
                  <a16:creationId xmlns:a16="http://schemas.microsoft.com/office/drawing/2014/main" id="{E8AEBA2B-C5F1-1A69-8385-DF2D6CA1537E}"/>
                </a:ext>
              </a:extLst>
            </p:cNvPr>
            <p:cNvCxnSpPr>
              <a:cxnSpLocks/>
            </p:cNvCxnSpPr>
            <p:nvPr/>
          </p:nvCxnSpPr>
          <p:spPr>
            <a:xfrm>
              <a:off x="1130574" y="3167591"/>
              <a:ext cx="0" cy="29039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C6F787B-3DF7-B96E-A66E-DC4A33052C63}"/>
                    </a:ext>
                  </a:extLst>
                </p:cNvPr>
                <p:cNvSpPr txBox="1"/>
                <p:nvPr/>
              </p:nvSpPr>
              <p:spPr>
                <a:xfrm>
                  <a:off x="527189" y="1629372"/>
                  <a:ext cx="1206770" cy="16312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400" b="0" i="1" kern="900" spc="-100" smtClean="0"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altLang="ko-KR" sz="14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︵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B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의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부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담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비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율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ko-KR" sz="1100" kern="900" spc="-100" dirty="0"/>
                    <a:t>︶</a:t>
                  </a:r>
                  <a:endParaRPr lang="ko-KR" altLang="en-US" sz="1100" kern="900" spc="-1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C6F787B-3DF7-B96E-A66E-DC4A33052C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189" y="1629372"/>
                  <a:ext cx="1206770" cy="1631216"/>
                </a:xfrm>
                <a:prstGeom prst="rect">
                  <a:avLst/>
                </a:prstGeom>
                <a:blipFill>
                  <a:blip r:embed="rId14"/>
                  <a:stretch>
                    <a:fillRect b="-149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0D5E5B6-CB22-590A-112F-015DEC552C92}"/>
              </a:ext>
            </a:extLst>
          </p:cNvPr>
          <p:cNvGrpSpPr/>
          <p:nvPr/>
        </p:nvGrpSpPr>
        <p:grpSpPr>
          <a:xfrm>
            <a:off x="-184601" y="3228975"/>
            <a:ext cx="1206770" cy="1960775"/>
            <a:chOff x="585019" y="3228975"/>
            <a:chExt cx="1206770" cy="1960775"/>
          </a:xfrm>
        </p:grpSpPr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41B3CFD9-2124-52A6-BBEF-401E53D8F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88404" y="3228975"/>
              <a:ext cx="0" cy="29039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752679F-6E87-31E0-3AAD-1E81FBB90C31}"/>
                    </a:ext>
                  </a:extLst>
                </p:cNvPr>
                <p:cNvSpPr txBox="1"/>
                <p:nvPr/>
              </p:nvSpPr>
              <p:spPr>
                <a:xfrm>
                  <a:off x="585019" y="3558534"/>
                  <a:ext cx="1206770" cy="16312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400" b="0" i="1" kern="900" spc="-100" smtClean="0"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m:oMathPara>
                  </a14:m>
                  <a:endParaRPr lang="en-US" altLang="ko-KR" sz="14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︵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A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의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부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담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비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율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ko-KR" sz="1100" kern="900" spc="-100" dirty="0"/>
                    <a:t>︶</a:t>
                  </a:r>
                  <a:endParaRPr lang="ko-KR" altLang="en-US" sz="1100" kern="900" spc="-1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752679F-6E87-31E0-3AAD-1E81FBB90C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019" y="3558534"/>
                  <a:ext cx="1206770" cy="1631216"/>
                </a:xfrm>
                <a:prstGeom prst="rect">
                  <a:avLst/>
                </a:prstGeom>
                <a:blipFill>
                  <a:blip r:embed="rId15"/>
                  <a:stretch>
                    <a:fillRect b="-187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905EDC8-D8E5-FEEA-A653-C50E50AED0E8}"/>
                  </a:ext>
                </a:extLst>
              </p:cNvPr>
              <p:cNvSpPr txBox="1"/>
              <p:nvPr/>
            </p:nvSpPr>
            <p:spPr>
              <a:xfrm>
                <a:off x="4816924" y="4734784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4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공공재의 양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905EDC8-D8E5-FEEA-A653-C50E50AED0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6924" y="4734784"/>
                <a:ext cx="1206770" cy="307777"/>
              </a:xfrm>
              <a:prstGeom prst="rect">
                <a:avLst/>
              </a:prstGeom>
              <a:blipFill>
                <a:blip r:embed="rId1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DF3F55DE-BC8F-C3CA-D923-CA3DE4D7AA2D}"/>
              </a:ext>
            </a:extLst>
          </p:cNvPr>
          <p:cNvCxnSpPr>
            <a:cxnSpLocks/>
          </p:cNvCxnSpPr>
          <p:nvPr/>
        </p:nvCxnSpPr>
        <p:spPr>
          <a:xfrm>
            <a:off x="8879099" y="3228975"/>
            <a:ext cx="0" cy="1512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F38C9C5-69AD-70D5-AC8A-39935306750A}"/>
                  </a:ext>
                </a:extLst>
              </p:cNvPr>
              <p:cNvSpPr txBox="1"/>
              <p:nvPr/>
            </p:nvSpPr>
            <p:spPr>
              <a:xfrm>
                <a:off x="6714400" y="149545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F38C9C5-69AD-70D5-AC8A-399353067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1495459"/>
                <a:ext cx="494030" cy="31181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298A255-EC87-5F70-11EC-CA271CE14279}"/>
                  </a:ext>
                </a:extLst>
              </p:cNvPr>
              <p:cNvSpPr txBox="1"/>
              <p:nvPr/>
            </p:nvSpPr>
            <p:spPr>
              <a:xfrm>
                <a:off x="6714400" y="2191118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298A255-EC87-5F70-11EC-CA271CE142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2191118"/>
                <a:ext cx="494030" cy="3077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CDCD959-6EE9-E3F5-C92E-4396B3F1AF52}"/>
                  </a:ext>
                </a:extLst>
              </p:cNvPr>
              <p:cNvSpPr txBox="1"/>
              <p:nvPr/>
            </p:nvSpPr>
            <p:spPr>
              <a:xfrm>
                <a:off x="6714400" y="30391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CDCD959-6EE9-E3F5-C92E-4396B3F1A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3039176"/>
                <a:ext cx="494030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4C7CCB8-A337-F2DC-9970-DC838429DA37}"/>
                  </a:ext>
                </a:extLst>
              </p:cNvPr>
              <p:cNvSpPr txBox="1"/>
              <p:nvPr/>
            </p:nvSpPr>
            <p:spPr>
              <a:xfrm>
                <a:off x="6714400" y="3922478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4C7CCB8-A337-F2DC-9970-DC838429D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3922478"/>
                <a:ext cx="494030" cy="307777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667481B8-0A0A-925F-A700-8AF95EF49AB0}"/>
                  </a:ext>
                </a:extLst>
              </p:cNvPr>
              <p:cNvSpPr txBox="1"/>
              <p:nvPr/>
            </p:nvSpPr>
            <p:spPr>
              <a:xfrm>
                <a:off x="9736538" y="4741928"/>
                <a:ext cx="494030" cy="3107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acc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667481B8-0A0A-925F-A700-8AF95EF49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6538" y="4741928"/>
                <a:ext cx="494030" cy="310791"/>
              </a:xfrm>
              <a:prstGeom prst="rect">
                <a:avLst/>
              </a:prstGeom>
              <a:blipFill>
                <a:blip r:embed="rId21"/>
                <a:stretch>
                  <a:fillRect t="-3922" r="-1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8C1D7B5-E21E-4068-B74D-08BA78B991CE}"/>
                  </a:ext>
                </a:extLst>
              </p:cNvPr>
              <p:cNvSpPr txBox="1"/>
              <p:nvPr/>
            </p:nvSpPr>
            <p:spPr>
              <a:xfrm>
                <a:off x="6714400" y="4743750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8C1D7B5-E21E-4068-B74D-08BA78B99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4743750"/>
                <a:ext cx="494030" cy="31181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C787B181-51AB-EFE3-95A9-1A3DFA47B7B5}"/>
                  </a:ext>
                </a:extLst>
              </p:cNvPr>
              <p:cNvSpPr txBox="1"/>
              <p:nvPr/>
            </p:nvSpPr>
            <p:spPr>
              <a:xfrm>
                <a:off x="7741994" y="1745837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C787B181-51AB-EFE3-95A9-1A3DFA47B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1994" y="1745837"/>
                <a:ext cx="494030" cy="3118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원호 74">
            <a:extLst>
              <a:ext uri="{FF2B5EF4-FFF2-40B4-BE49-F238E27FC236}">
                <a16:creationId xmlns:a16="http://schemas.microsoft.com/office/drawing/2014/main" id="{27CE5962-1821-5A9A-ACB1-7174EFF50E59}"/>
              </a:ext>
            </a:extLst>
          </p:cNvPr>
          <p:cNvSpPr/>
          <p:nvPr/>
        </p:nvSpPr>
        <p:spPr>
          <a:xfrm rot="12079575">
            <a:off x="7825033" y="-2318275"/>
            <a:ext cx="7819679" cy="6885185"/>
          </a:xfrm>
          <a:prstGeom prst="arc">
            <a:avLst>
              <a:gd name="adj1" fmla="val 15596834"/>
              <a:gd name="adj2" fmla="val 1947825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C5F20BB8-961A-6959-9466-F41F8ED8F6BD}"/>
              </a:ext>
            </a:extLst>
          </p:cNvPr>
          <p:cNvCxnSpPr>
            <a:cxnSpLocks/>
          </p:cNvCxnSpPr>
          <p:nvPr/>
        </p:nvCxnSpPr>
        <p:spPr>
          <a:xfrm rot="16200000">
            <a:off x="9019438" y="453641"/>
            <a:ext cx="0" cy="3816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3E84A369-4B74-16BB-EA92-6E9B578BA227}"/>
              </a:ext>
            </a:extLst>
          </p:cNvPr>
          <p:cNvCxnSpPr>
            <a:cxnSpLocks/>
          </p:cNvCxnSpPr>
          <p:nvPr/>
        </p:nvCxnSpPr>
        <p:spPr>
          <a:xfrm rot="16200000">
            <a:off x="7993438" y="2346975"/>
            <a:ext cx="0" cy="1764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43FBC64A-6329-BCDB-C3FE-3EB1AD616228}"/>
              </a:ext>
            </a:extLst>
          </p:cNvPr>
          <p:cNvCxnSpPr>
            <a:cxnSpLocks/>
          </p:cNvCxnSpPr>
          <p:nvPr/>
        </p:nvCxnSpPr>
        <p:spPr>
          <a:xfrm rot="16200000">
            <a:off x="8533438" y="2673471"/>
            <a:ext cx="0" cy="2844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원호 82">
            <a:extLst>
              <a:ext uri="{FF2B5EF4-FFF2-40B4-BE49-F238E27FC236}">
                <a16:creationId xmlns:a16="http://schemas.microsoft.com/office/drawing/2014/main" id="{ABABA5DE-5919-A89C-4FA0-F97DD9CA0EC9}"/>
              </a:ext>
            </a:extLst>
          </p:cNvPr>
          <p:cNvSpPr/>
          <p:nvPr/>
        </p:nvSpPr>
        <p:spPr>
          <a:xfrm rot="19919431" flipH="1">
            <a:off x="7815715" y="1926790"/>
            <a:ext cx="7639360" cy="6915733"/>
          </a:xfrm>
          <a:prstGeom prst="arc">
            <a:avLst>
              <a:gd name="adj1" fmla="val 15429057"/>
              <a:gd name="adj2" fmla="val 1895065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A580D94C-D95A-91B5-1137-95C8BB2C2255}"/>
              </a:ext>
            </a:extLst>
          </p:cNvPr>
          <p:cNvGrpSpPr/>
          <p:nvPr/>
        </p:nvGrpSpPr>
        <p:grpSpPr>
          <a:xfrm>
            <a:off x="6101414" y="3228975"/>
            <a:ext cx="1206770" cy="1960775"/>
            <a:chOff x="585019" y="3228975"/>
            <a:chExt cx="1206770" cy="1960775"/>
          </a:xfrm>
        </p:grpSpPr>
        <p:cxnSp>
          <p:nvCxnSpPr>
            <p:cNvPr id="88" name="직선 화살표 연결선 87">
              <a:extLst>
                <a:ext uri="{FF2B5EF4-FFF2-40B4-BE49-F238E27FC236}">
                  <a16:creationId xmlns:a16="http://schemas.microsoft.com/office/drawing/2014/main" id="{7A57D410-3CF0-0693-2247-B63406F27F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88404" y="3228975"/>
              <a:ext cx="0" cy="29039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0216B52F-59E7-2594-0643-413656E38121}"/>
                    </a:ext>
                  </a:extLst>
                </p:cNvPr>
                <p:cNvSpPr txBox="1"/>
                <p:nvPr/>
              </p:nvSpPr>
              <p:spPr>
                <a:xfrm>
                  <a:off x="585019" y="3558534"/>
                  <a:ext cx="1206770" cy="16312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400" b="0" i="1" kern="900" spc="-100" smtClean="0"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m:oMathPara>
                  </a14:m>
                  <a:endParaRPr lang="en-US" altLang="ko-KR" sz="14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︵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A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의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부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담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비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율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ko-KR" sz="1100" kern="900" spc="-100" dirty="0"/>
                    <a:t>︶</a:t>
                  </a:r>
                  <a:endParaRPr lang="ko-KR" altLang="en-US" sz="1100" kern="900" spc="-100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0216B52F-59E7-2594-0643-413656E381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019" y="3558534"/>
                  <a:ext cx="1206770" cy="1631216"/>
                </a:xfrm>
                <a:prstGeom prst="rect">
                  <a:avLst/>
                </a:prstGeom>
                <a:blipFill>
                  <a:blip r:embed="rId15"/>
                  <a:stretch>
                    <a:fillRect b="-187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D2BF6886-A8A1-7438-0A92-18B99A731B3F}"/>
                  </a:ext>
                </a:extLst>
              </p:cNvPr>
              <p:cNvSpPr txBox="1"/>
              <p:nvPr/>
            </p:nvSpPr>
            <p:spPr>
              <a:xfrm>
                <a:off x="8664267" y="4754011"/>
                <a:ext cx="494030" cy="3194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D2BF6886-A8A1-7438-0A92-18B99A731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4267" y="4754011"/>
                <a:ext cx="494030" cy="319446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01BE040D-62C2-8732-B3CD-D5EF019047A2}"/>
              </a:ext>
            </a:extLst>
          </p:cNvPr>
          <p:cNvCxnSpPr>
            <a:cxnSpLocks/>
          </p:cNvCxnSpPr>
          <p:nvPr/>
        </p:nvCxnSpPr>
        <p:spPr>
          <a:xfrm>
            <a:off x="9958599" y="1670050"/>
            <a:ext cx="0" cy="3060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FEBFA91-B8DB-8EB8-87D7-F704C07F976B}"/>
                  </a:ext>
                </a:extLst>
              </p:cNvPr>
              <p:cNvSpPr txBox="1"/>
              <p:nvPr/>
            </p:nvSpPr>
            <p:spPr>
              <a:xfrm>
                <a:off x="8608739" y="2894903"/>
                <a:ext cx="53339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kern="900" spc="-100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FEBFA91-B8DB-8EB8-87D7-F704C07F9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8739" y="2894903"/>
                <a:ext cx="533398" cy="307777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F56F1C1-6887-A3F9-90E5-7CE37B3847BA}"/>
                  </a:ext>
                </a:extLst>
              </p:cNvPr>
              <p:cNvSpPr txBox="1"/>
              <p:nvPr/>
            </p:nvSpPr>
            <p:spPr>
              <a:xfrm>
                <a:off x="10661572" y="1745837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F56F1C1-6887-A3F9-90E5-7CE37B384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1572" y="1745837"/>
                <a:ext cx="494030" cy="311817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689496-1EAC-1DCE-A81C-3A396A40FF22}"/>
                  </a:ext>
                </a:extLst>
              </p:cNvPr>
              <p:cNvSpPr txBox="1"/>
              <p:nvPr/>
            </p:nvSpPr>
            <p:spPr>
              <a:xfrm>
                <a:off x="10972288" y="4734784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4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공공재의 양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689496-1EAC-1DCE-A81C-3A396A40F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2288" y="4734784"/>
                <a:ext cx="1206770" cy="307777"/>
              </a:xfrm>
              <a:prstGeom prst="rect">
                <a:avLst/>
              </a:prstGeom>
              <a:blipFill>
                <a:blip r:embed="rId1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7590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>
            <a:extLst>
              <a:ext uri="{FF2B5EF4-FFF2-40B4-BE49-F238E27FC236}">
                <a16:creationId xmlns:a16="http://schemas.microsoft.com/office/drawing/2014/main" id="{F4B707BA-A0BA-2A50-96F2-00B8054831CF}"/>
              </a:ext>
            </a:extLst>
          </p:cNvPr>
          <p:cNvSpPr/>
          <p:nvPr/>
        </p:nvSpPr>
        <p:spPr>
          <a:xfrm>
            <a:off x="1748065" y="2118783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ABD8E5D1-C18C-AAD7-ADCB-DD27C5ABB682}"/>
              </a:ext>
            </a:extLst>
          </p:cNvPr>
          <p:cNvCxnSpPr>
            <a:cxnSpLocks/>
          </p:cNvCxnSpPr>
          <p:nvPr/>
        </p:nvCxnSpPr>
        <p:spPr>
          <a:xfrm>
            <a:off x="3228984" y="2621840"/>
            <a:ext cx="0" cy="2268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0EBD0AE-5CC5-269C-4F90-CD59EDCA7167}"/>
                  </a:ext>
                </a:extLst>
              </p:cNvPr>
              <p:cNvSpPr txBox="1"/>
              <p:nvPr/>
            </p:nvSpPr>
            <p:spPr>
              <a:xfrm>
                <a:off x="1410881" y="48521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0EBD0AE-5CC5-269C-4F90-CD59EDCA7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0881" y="48521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원호 40">
            <a:extLst>
              <a:ext uri="{FF2B5EF4-FFF2-40B4-BE49-F238E27FC236}">
                <a16:creationId xmlns:a16="http://schemas.microsoft.com/office/drawing/2014/main" id="{FA2504EC-0465-91E5-BF87-72798758B06F}"/>
              </a:ext>
            </a:extLst>
          </p:cNvPr>
          <p:cNvSpPr/>
          <p:nvPr/>
        </p:nvSpPr>
        <p:spPr>
          <a:xfrm rot="11917283">
            <a:off x="1896052" y="-1939028"/>
            <a:ext cx="7819679" cy="6885185"/>
          </a:xfrm>
          <a:prstGeom prst="arc">
            <a:avLst>
              <a:gd name="adj1" fmla="val 15704493"/>
              <a:gd name="adj2" fmla="val 1941725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원호 44">
            <a:extLst>
              <a:ext uri="{FF2B5EF4-FFF2-40B4-BE49-F238E27FC236}">
                <a16:creationId xmlns:a16="http://schemas.microsoft.com/office/drawing/2014/main" id="{F22DF1F0-FC12-EB13-6E75-6AB4B5512EEC}"/>
              </a:ext>
            </a:extLst>
          </p:cNvPr>
          <p:cNvSpPr/>
          <p:nvPr/>
        </p:nvSpPr>
        <p:spPr>
          <a:xfrm rot="9006992" flipH="1">
            <a:off x="-2641474" y="-2155750"/>
            <a:ext cx="7639360" cy="6915733"/>
          </a:xfrm>
          <a:prstGeom prst="arc">
            <a:avLst>
              <a:gd name="adj1" fmla="val 15123390"/>
              <a:gd name="adj2" fmla="val 1849399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07BC3B-9F98-9D1F-DBF7-33E4747635BA}"/>
                  </a:ext>
                </a:extLst>
              </p:cNvPr>
              <p:cNvSpPr txBox="1"/>
              <p:nvPr/>
            </p:nvSpPr>
            <p:spPr>
              <a:xfrm>
                <a:off x="4599121" y="4852118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07BC3B-9F98-9D1F-DBF7-33E474763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121" y="4852118"/>
                <a:ext cx="1206770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TextBox 54">
            <a:extLst>
              <a:ext uri="{FF2B5EF4-FFF2-40B4-BE49-F238E27FC236}">
                <a16:creationId xmlns:a16="http://schemas.microsoft.com/office/drawing/2014/main" id="{3844B215-6CA2-88EA-5769-10CF53DD7F03}"/>
              </a:ext>
            </a:extLst>
          </p:cNvPr>
          <p:cNvSpPr txBox="1"/>
          <p:nvPr/>
        </p:nvSpPr>
        <p:spPr>
          <a:xfrm>
            <a:off x="5479989" y="4698627"/>
            <a:ext cx="119658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의결에 </a:t>
            </a:r>
            <a:endParaRPr lang="en-US" altLang="ko-KR" sz="1100" dirty="0"/>
          </a:p>
          <a:p>
            <a:r>
              <a:rPr lang="ko-KR" altLang="en-US" sz="1100" dirty="0"/>
              <a:t>필요한 표수</a:t>
            </a: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27FA3402-A08B-51EF-4E90-ECF59EB40B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10933">
            <a:off x="2504975" y="2266514"/>
            <a:ext cx="1628300" cy="3962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67C5372-530C-87EF-8C11-DAE8E3414256}"/>
                  </a:ext>
                </a:extLst>
              </p:cNvPr>
              <p:cNvSpPr txBox="1"/>
              <p:nvPr/>
            </p:nvSpPr>
            <p:spPr>
              <a:xfrm>
                <a:off x="2981969" y="4852118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67C5372-530C-87EF-8C11-DAE8E34142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1969" y="4852118"/>
                <a:ext cx="494030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Box 61">
            <a:extLst>
              <a:ext uri="{FF2B5EF4-FFF2-40B4-BE49-F238E27FC236}">
                <a16:creationId xmlns:a16="http://schemas.microsoft.com/office/drawing/2014/main" id="{D0402B4C-9CC7-95FF-0A17-A819B919408D}"/>
              </a:ext>
            </a:extLst>
          </p:cNvPr>
          <p:cNvSpPr txBox="1"/>
          <p:nvPr/>
        </p:nvSpPr>
        <p:spPr>
          <a:xfrm>
            <a:off x="1532829" y="1900214"/>
            <a:ext cx="4631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/>
              <a:t>비용</a:t>
            </a:r>
            <a:endParaRPr lang="ko-KR" altLang="en-US" sz="1100" dirty="0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3B28C0E-D511-2944-69DE-1C95CF189D21}"/>
              </a:ext>
            </a:extLst>
          </p:cNvPr>
          <p:cNvSpPr/>
          <p:nvPr/>
        </p:nvSpPr>
        <p:spPr>
          <a:xfrm>
            <a:off x="1752299" y="210989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F4C3DFE9-2403-4433-8E8B-3D72FD8B3860}"/>
              </a:ext>
            </a:extLst>
          </p:cNvPr>
          <p:cNvSpPr/>
          <p:nvPr/>
        </p:nvSpPr>
        <p:spPr>
          <a:xfrm rot="16200000">
            <a:off x="3148423" y="3109581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F8D57F-7052-DB8A-65ED-64A3F72807B5}"/>
              </a:ext>
            </a:extLst>
          </p:cNvPr>
          <p:cNvSpPr txBox="1"/>
          <p:nvPr/>
        </p:nvSpPr>
        <p:spPr>
          <a:xfrm>
            <a:off x="4184576" y="3008991"/>
            <a:ext cx="160284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첫째 </a:t>
            </a:r>
            <a:r>
              <a:rPr lang="ko-KR" altLang="en-US" sz="1100"/>
              <a:t>유형의 비용 곡선</a:t>
            </a:r>
            <a:endParaRPr lang="ko-KR" altLang="en-US" sz="11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17AD136-E223-EE29-5CBF-3417AC9145BB}"/>
              </a:ext>
            </a:extLst>
          </p:cNvPr>
          <p:cNvSpPr txBox="1"/>
          <p:nvPr/>
        </p:nvSpPr>
        <p:spPr>
          <a:xfrm>
            <a:off x="4061069" y="4244040"/>
            <a:ext cx="160284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둘째 유형의 비용 곡선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12ABE8-3B5C-2E60-1A5C-F5C1A2A3BD83}"/>
              </a:ext>
            </a:extLst>
          </p:cNvPr>
          <p:cNvSpPr txBox="1"/>
          <p:nvPr/>
        </p:nvSpPr>
        <p:spPr>
          <a:xfrm>
            <a:off x="3622519" y="2147304"/>
            <a:ext cx="67475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/>
              <a:t>총비용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21531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4E910-9D1C-AF6E-8058-FDD86349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>
            <a:extLst>
              <a:ext uri="{FF2B5EF4-FFF2-40B4-BE49-F238E27FC236}">
                <a16:creationId xmlns:a16="http://schemas.microsoft.com/office/drawing/2014/main" id="{ADD2E560-7841-27C4-A177-91ADA783D46D}"/>
              </a:ext>
            </a:extLst>
          </p:cNvPr>
          <p:cNvSpPr/>
          <p:nvPr/>
        </p:nvSpPr>
        <p:spPr>
          <a:xfrm>
            <a:off x="1768341" y="2128254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7C2EAE3E-8FB3-9D4C-52B0-4D452904034A}"/>
              </a:ext>
            </a:extLst>
          </p:cNvPr>
          <p:cNvCxnSpPr>
            <a:cxnSpLocks/>
          </p:cNvCxnSpPr>
          <p:nvPr/>
        </p:nvCxnSpPr>
        <p:spPr>
          <a:xfrm>
            <a:off x="1783952" y="2479048"/>
            <a:ext cx="2659981" cy="2444742"/>
          </a:xfrm>
          <a:prstGeom prst="line">
            <a:avLst/>
          </a:prstGeom>
          <a:ln w="19050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D2294B7-538B-BE58-347D-5260C1BF12A2}"/>
                  </a:ext>
                </a:extLst>
              </p:cNvPr>
              <p:cNvSpPr txBox="1"/>
              <p:nvPr/>
            </p:nvSpPr>
            <p:spPr>
              <a:xfrm>
                <a:off x="1410881" y="48521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0EBD0AE-5CC5-269C-4F90-CD59EDCA7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0881" y="48521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원호 40">
            <a:extLst>
              <a:ext uri="{FF2B5EF4-FFF2-40B4-BE49-F238E27FC236}">
                <a16:creationId xmlns:a16="http://schemas.microsoft.com/office/drawing/2014/main" id="{C02603AA-554F-E0CC-5F13-BF665673B841}"/>
              </a:ext>
            </a:extLst>
          </p:cNvPr>
          <p:cNvSpPr/>
          <p:nvPr/>
        </p:nvSpPr>
        <p:spPr>
          <a:xfrm rot="16200000">
            <a:off x="2776497" y="1036130"/>
            <a:ext cx="2854044" cy="3205887"/>
          </a:xfrm>
          <a:prstGeom prst="arc">
            <a:avLst>
              <a:gd name="adj1" fmla="val 11132972"/>
              <a:gd name="adj2" fmla="val 15919543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EB6B837-F417-002A-BC61-4E68ED29453B}"/>
              </a:ext>
            </a:extLst>
          </p:cNvPr>
          <p:cNvSpPr txBox="1"/>
          <p:nvPr/>
        </p:nvSpPr>
        <p:spPr>
          <a:xfrm>
            <a:off x="5499039" y="4774827"/>
            <a:ext cx="61601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/>
              <a:t>사용재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61D4B6F-EF9F-AF7B-6338-AEC346AFF855}"/>
              </a:ext>
            </a:extLst>
          </p:cNvPr>
          <p:cNvSpPr txBox="1"/>
          <p:nvPr/>
        </p:nvSpPr>
        <p:spPr>
          <a:xfrm>
            <a:off x="1507429" y="1900214"/>
            <a:ext cx="63227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공공재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4E62CE6-5D82-487B-824E-DFA1050BB776}"/>
              </a:ext>
            </a:extLst>
          </p:cNvPr>
          <p:cNvSpPr/>
          <p:nvPr/>
        </p:nvSpPr>
        <p:spPr>
          <a:xfrm>
            <a:off x="1752299" y="210989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EEA1B3E6-2086-7FCD-33A4-A1D99A637C49}"/>
              </a:ext>
            </a:extLst>
          </p:cNvPr>
          <p:cNvSpPr/>
          <p:nvPr/>
        </p:nvSpPr>
        <p:spPr>
          <a:xfrm rot="16200000">
            <a:off x="3148423" y="3109581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원호 7">
            <a:extLst>
              <a:ext uri="{FF2B5EF4-FFF2-40B4-BE49-F238E27FC236}">
                <a16:creationId xmlns:a16="http://schemas.microsoft.com/office/drawing/2014/main" id="{11C33D0B-62C4-6DBA-F035-AFBDE46CD941}"/>
              </a:ext>
            </a:extLst>
          </p:cNvPr>
          <p:cNvSpPr/>
          <p:nvPr/>
        </p:nvSpPr>
        <p:spPr>
          <a:xfrm rot="16200000">
            <a:off x="2670951" y="1092233"/>
            <a:ext cx="2892749" cy="3410859"/>
          </a:xfrm>
          <a:prstGeom prst="arc">
            <a:avLst>
              <a:gd name="adj1" fmla="val 10770071"/>
              <a:gd name="adj2" fmla="val 16225317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원호 12">
            <a:extLst>
              <a:ext uri="{FF2B5EF4-FFF2-40B4-BE49-F238E27FC236}">
                <a16:creationId xmlns:a16="http://schemas.microsoft.com/office/drawing/2014/main" id="{F4229684-5FC8-B757-D1E3-C08697A4776A}"/>
              </a:ext>
            </a:extLst>
          </p:cNvPr>
          <p:cNvSpPr/>
          <p:nvPr/>
        </p:nvSpPr>
        <p:spPr>
          <a:xfrm rot="15885306">
            <a:off x="2276834" y="921295"/>
            <a:ext cx="3433164" cy="3631838"/>
          </a:xfrm>
          <a:prstGeom prst="arc">
            <a:avLst>
              <a:gd name="adj1" fmla="val 10828034"/>
              <a:gd name="adj2" fmla="val 16627057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980C00-C477-1531-183A-E702FB8F2403}"/>
              </a:ext>
            </a:extLst>
          </p:cNvPr>
          <p:cNvSpPr txBox="1"/>
          <p:nvPr/>
        </p:nvSpPr>
        <p:spPr>
          <a:xfrm>
            <a:off x="2125768" y="2616531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a</a:t>
            </a:r>
            <a:endParaRPr lang="ko-KR" altLang="en-US" sz="1400" dirty="0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0D281778-FB4A-080E-1637-030941E476D2}"/>
              </a:ext>
            </a:extLst>
          </p:cNvPr>
          <p:cNvSpPr/>
          <p:nvPr/>
        </p:nvSpPr>
        <p:spPr>
          <a:xfrm>
            <a:off x="2133002" y="2817626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AEB0CAC7-7A15-BCA8-2EBF-6BE6D4298279}"/>
              </a:ext>
            </a:extLst>
          </p:cNvPr>
          <p:cNvSpPr/>
          <p:nvPr/>
        </p:nvSpPr>
        <p:spPr>
          <a:xfrm>
            <a:off x="2411896" y="3065831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19040583-E5C2-1890-B537-D867FF197179}"/>
              </a:ext>
            </a:extLst>
          </p:cNvPr>
          <p:cNvSpPr/>
          <p:nvPr/>
        </p:nvSpPr>
        <p:spPr>
          <a:xfrm>
            <a:off x="3028217" y="3629983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C71C2CF-129B-60CE-906A-501759533FAE}"/>
              </a:ext>
            </a:extLst>
          </p:cNvPr>
          <p:cNvSpPr/>
          <p:nvPr/>
        </p:nvSpPr>
        <p:spPr>
          <a:xfrm>
            <a:off x="3622330" y="4155279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C3D1F6DC-2161-1BBB-D3AD-8E521E550690}"/>
              </a:ext>
            </a:extLst>
          </p:cNvPr>
          <p:cNvSpPr/>
          <p:nvPr/>
        </p:nvSpPr>
        <p:spPr>
          <a:xfrm>
            <a:off x="3899582" y="4419925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6EEE38-5AAF-5B84-E070-4708B276BAD1}"/>
              </a:ext>
            </a:extLst>
          </p:cNvPr>
          <p:cNvSpPr txBox="1"/>
          <p:nvPr/>
        </p:nvSpPr>
        <p:spPr>
          <a:xfrm>
            <a:off x="2401650" y="2835100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A793DB-8446-529E-A53C-F435E6CC248E}"/>
              </a:ext>
            </a:extLst>
          </p:cNvPr>
          <p:cNvSpPr txBox="1"/>
          <p:nvPr/>
        </p:nvSpPr>
        <p:spPr>
          <a:xfrm>
            <a:off x="3049236" y="3429000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c</a:t>
            </a:r>
            <a:endParaRPr lang="ko-KR" alt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3DF940-5A92-BE1A-0A5A-00C98E47E4CB}"/>
              </a:ext>
            </a:extLst>
          </p:cNvPr>
          <p:cNvSpPr txBox="1"/>
          <p:nvPr/>
        </p:nvSpPr>
        <p:spPr>
          <a:xfrm>
            <a:off x="3499038" y="4162205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d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B84987A-BEB1-A130-E191-8938C596ADCB}"/>
              </a:ext>
            </a:extLst>
          </p:cNvPr>
          <p:cNvSpPr txBox="1"/>
          <p:nvPr/>
        </p:nvSpPr>
        <p:spPr>
          <a:xfrm>
            <a:off x="3795586" y="4397730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e</a:t>
            </a:r>
            <a:endParaRPr lang="ko-KR" altLang="en-US" sz="1400" dirty="0"/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6E6CA831-FA50-7098-0F43-29EA01C62705}"/>
              </a:ext>
            </a:extLst>
          </p:cNvPr>
          <p:cNvCxnSpPr>
            <a:cxnSpLocks/>
          </p:cNvCxnSpPr>
          <p:nvPr/>
        </p:nvCxnSpPr>
        <p:spPr>
          <a:xfrm>
            <a:off x="1756512" y="2859657"/>
            <a:ext cx="360000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70B69597-F8F6-538E-E905-DD60AB03C6E9}"/>
              </a:ext>
            </a:extLst>
          </p:cNvPr>
          <p:cNvCxnSpPr>
            <a:cxnSpLocks/>
          </p:cNvCxnSpPr>
          <p:nvPr/>
        </p:nvCxnSpPr>
        <p:spPr>
          <a:xfrm>
            <a:off x="1756512" y="3098944"/>
            <a:ext cx="648000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6310910E-F4DF-6AEC-CCC1-A057B785295A}"/>
              </a:ext>
            </a:extLst>
          </p:cNvPr>
          <p:cNvCxnSpPr>
            <a:cxnSpLocks/>
          </p:cNvCxnSpPr>
          <p:nvPr/>
        </p:nvCxnSpPr>
        <p:spPr>
          <a:xfrm>
            <a:off x="1756512" y="3663324"/>
            <a:ext cx="1260000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E32F6A93-B654-85B2-47D9-1826283F49E9}"/>
              </a:ext>
            </a:extLst>
          </p:cNvPr>
          <p:cNvCxnSpPr>
            <a:cxnSpLocks/>
          </p:cNvCxnSpPr>
          <p:nvPr/>
        </p:nvCxnSpPr>
        <p:spPr>
          <a:xfrm>
            <a:off x="1756512" y="4187197"/>
            <a:ext cx="1836000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F591C35-8A55-AC9E-DB70-E002E5C660AA}"/>
              </a:ext>
            </a:extLst>
          </p:cNvPr>
          <p:cNvCxnSpPr>
            <a:cxnSpLocks/>
          </p:cNvCxnSpPr>
          <p:nvPr/>
        </p:nvCxnSpPr>
        <p:spPr>
          <a:xfrm>
            <a:off x="1770801" y="4450880"/>
            <a:ext cx="2124000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D271EA1-EEFB-89F6-32DA-D818EF3E6BC6}"/>
              </a:ext>
            </a:extLst>
          </p:cNvPr>
          <p:cNvSpPr txBox="1"/>
          <p:nvPr/>
        </p:nvSpPr>
        <p:spPr>
          <a:xfrm>
            <a:off x="1498591" y="2670055"/>
            <a:ext cx="257921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A</a:t>
            </a:r>
            <a:endParaRPr lang="ko-KR" altLang="en-US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9AB875-651F-9384-98DD-F7DDCF1B2D6C}"/>
              </a:ext>
            </a:extLst>
          </p:cNvPr>
          <p:cNvSpPr txBox="1"/>
          <p:nvPr/>
        </p:nvSpPr>
        <p:spPr>
          <a:xfrm>
            <a:off x="1498591" y="2929329"/>
            <a:ext cx="257921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BDF869-D5A1-8FBF-11C1-5436051292BC}"/>
              </a:ext>
            </a:extLst>
          </p:cNvPr>
          <p:cNvSpPr txBox="1"/>
          <p:nvPr/>
        </p:nvSpPr>
        <p:spPr>
          <a:xfrm>
            <a:off x="1498591" y="3482215"/>
            <a:ext cx="257921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C</a:t>
            </a:r>
            <a:endParaRPr lang="ko-KR" altLang="en-US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2C8F335-E58C-5BAA-32B2-1BCE4AC36F37}"/>
              </a:ext>
            </a:extLst>
          </p:cNvPr>
          <p:cNvSpPr txBox="1"/>
          <p:nvPr/>
        </p:nvSpPr>
        <p:spPr>
          <a:xfrm>
            <a:off x="1498591" y="3999370"/>
            <a:ext cx="257921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D</a:t>
            </a:r>
            <a:endParaRPr lang="ko-KR" altLang="en-US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4EDD16-E7CE-BFFD-1F17-A86AFB18D799}"/>
              </a:ext>
            </a:extLst>
          </p:cNvPr>
          <p:cNvSpPr txBox="1"/>
          <p:nvPr/>
        </p:nvSpPr>
        <p:spPr>
          <a:xfrm>
            <a:off x="1498591" y="4281741"/>
            <a:ext cx="257921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E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91DA6DB-39E5-FE79-8DB8-5DE6093C45E1}"/>
                  </a:ext>
                </a:extLst>
              </p:cNvPr>
              <p:cNvSpPr txBox="1"/>
              <p:nvPr/>
            </p:nvSpPr>
            <p:spPr>
              <a:xfrm>
                <a:off x="4067260" y="3840917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91DA6DB-39E5-FE79-8DB8-5DE6093C45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260" y="3840917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42D2CBF-D0E8-D687-3A6B-E0FB3126C6C9}"/>
                  </a:ext>
                </a:extLst>
              </p:cNvPr>
              <p:cNvSpPr txBox="1"/>
              <p:nvPr/>
            </p:nvSpPr>
            <p:spPr>
              <a:xfrm>
                <a:off x="4067260" y="4068783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42D2CBF-D0E8-D687-3A6B-E0FB3126C6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260" y="4068783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4E59F4E-423A-E7B4-EB89-337C5309172E}"/>
                  </a:ext>
                </a:extLst>
              </p:cNvPr>
              <p:cNvSpPr txBox="1"/>
              <p:nvPr/>
            </p:nvSpPr>
            <p:spPr>
              <a:xfrm>
                <a:off x="4067260" y="4296030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4E59F4E-423A-E7B4-EB89-337C530917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260" y="4296030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직사각형 46">
            <a:extLst>
              <a:ext uri="{FF2B5EF4-FFF2-40B4-BE49-F238E27FC236}">
                <a16:creationId xmlns:a16="http://schemas.microsoft.com/office/drawing/2014/main" id="{2D12A93F-2A95-30F6-B5B4-1EBB9C0456D0}"/>
              </a:ext>
            </a:extLst>
          </p:cNvPr>
          <p:cNvSpPr/>
          <p:nvPr/>
        </p:nvSpPr>
        <p:spPr>
          <a:xfrm>
            <a:off x="6463985" y="2128254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4993FB25-2EF1-DF9A-CB55-F8C6959E1B06}"/>
                  </a:ext>
                </a:extLst>
              </p:cNvPr>
              <p:cNvSpPr txBox="1"/>
              <p:nvPr/>
            </p:nvSpPr>
            <p:spPr>
              <a:xfrm>
                <a:off x="6106525" y="48521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4993FB25-2EF1-DF9A-CB55-F8C6959E1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6525" y="4852118"/>
                <a:ext cx="494030" cy="3118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1B3FAD2C-CA4F-EBEE-1C35-44D0EBF6A424}"/>
              </a:ext>
            </a:extLst>
          </p:cNvPr>
          <p:cNvSpPr txBox="1"/>
          <p:nvPr/>
        </p:nvSpPr>
        <p:spPr>
          <a:xfrm>
            <a:off x="10194683" y="4774827"/>
            <a:ext cx="81401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공공재</a:t>
            </a:r>
            <a:endParaRPr lang="en-US" altLang="ko-KR" sz="1100" dirty="0"/>
          </a:p>
          <a:p>
            <a:r>
              <a:rPr lang="en-US" altLang="ko-KR" sz="1100" dirty="0"/>
              <a:t>(</a:t>
            </a:r>
            <a:r>
              <a:rPr lang="ko-KR" altLang="en-US" sz="1100" dirty="0"/>
              <a:t>예산수준</a:t>
            </a:r>
            <a:r>
              <a:rPr lang="en-US" altLang="ko-KR" sz="1100" dirty="0"/>
              <a:t>)</a:t>
            </a:r>
            <a:endParaRPr lang="ko-KR" altLang="en-US" sz="11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8CECD39-A622-A51C-6065-3C459572D5BF}"/>
              </a:ext>
            </a:extLst>
          </p:cNvPr>
          <p:cNvSpPr txBox="1"/>
          <p:nvPr/>
        </p:nvSpPr>
        <p:spPr>
          <a:xfrm>
            <a:off x="6203073" y="1900214"/>
            <a:ext cx="63227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선호도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DF1958B-C226-336B-CC96-E25FD5A84910}"/>
              </a:ext>
            </a:extLst>
          </p:cNvPr>
          <p:cNvSpPr/>
          <p:nvPr/>
        </p:nvSpPr>
        <p:spPr>
          <a:xfrm>
            <a:off x="6447943" y="210989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AA3B74D5-E72C-14BE-F66F-2D8C46B976E0}"/>
              </a:ext>
            </a:extLst>
          </p:cNvPr>
          <p:cNvSpPr/>
          <p:nvPr/>
        </p:nvSpPr>
        <p:spPr>
          <a:xfrm rot="16200000">
            <a:off x="7871644" y="310958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EDBB2B98-8C98-0F3D-A074-3B75022FDAD9}"/>
              </a:ext>
            </a:extLst>
          </p:cNvPr>
          <p:cNvCxnSpPr>
            <a:cxnSpLocks/>
          </p:cNvCxnSpPr>
          <p:nvPr/>
        </p:nvCxnSpPr>
        <p:spPr>
          <a:xfrm>
            <a:off x="6992065" y="4815790"/>
            <a:ext cx="0" cy="108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40CE8484-BAC8-AE85-F16E-B99030EBB3F9}"/>
              </a:ext>
            </a:extLst>
          </p:cNvPr>
          <p:cNvSpPr txBox="1"/>
          <p:nvPr/>
        </p:nvSpPr>
        <p:spPr>
          <a:xfrm>
            <a:off x="7950763" y="4898753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c</a:t>
            </a:r>
            <a:endParaRPr lang="ko-KR" altLang="en-US" sz="14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DC3E9C4-233D-ED05-8D4F-F2F93C4ED822}"/>
              </a:ext>
            </a:extLst>
          </p:cNvPr>
          <p:cNvSpPr txBox="1"/>
          <p:nvPr/>
        </p:nvSpPr>
        <p:spPr>
          <a:xfrm>
            <a:off x="7215885" y="4898753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4A3E49F-BDCD-04A7-9C9B-E30210EA90D3}"/>
              </a:ext>
            </a:extLst>
          </p:cNvPr>
          <p:cNvSpPr txBox="1"/>
          <p:nvPr/>
        </p:nvSpPr>
        <p:spPr>
          <a:xfrm>
            <a:off x="6742005" y="4898753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a</a:t>
            </a:r>
            <a:endParaRPr lang="ko-KR" altLang="en-US" sz="14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3E92834-0E9B-115B-DEB6-8396CF1DA1DE}"/>
              </a:ext>
            </a:extLst>
          </p:cNvPr>
          <p:cNvSpPr txBox="1"/>
          <p:nvPr/>
        </p:nvSpPr>
        <p:spPr>
          <a:xfrm>
            <a:off x="9183138" y="4898753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e</a:t>
            </a:r>
            <a:endParaRPr lang="ko-KR" altLang="en-US" sz="1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F4A88B3-41DF-A4D5-12B1-D0A24E8547CC}"/>
              </a:ext>
            </a:extLst>
          </p:cNvPr>
          <p:cNvSpPr txBox="1"/>
          <p:nvPr/>
        </p:nvSpPr>
        <p:spPr>
          <a:xfrm>
            <a:off x="8706101" y="4898753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d</a:t>
            </a:r>
            <a:endParaRPr lang="ko-KR" altLang="en-US" sz="1400" dirty="0"/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3875335F-4848-1955-A38B-27E497C12CED}"/>
              </a:ext>
            </a:extLst>
          </p:cNvPr>
          <p:cNvCxnSpPr>
            <a:cxnSpLocks/>
          </p:cNvCxnSpPr>
          <p:nvPr/>
        </p:nvCxnSpPr>
        <p:spPr>
          <a:xfrm>
            <a:off x="7457084" y="4815790"/>
            <a:ext cx="0" cy="108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FA405617-F956-57C4-B6C3-AD20C91A293C}"/>
              </a:ext>
            </a:extLst>
          </p:cNvPr>
          <p:cNvCxnSpPr>
            <a:cxnSpLocks/>
          </p:cNvCxnSpPr>
          <p:nvPr/>
        </p:nvCxnSpPr>
        <p:spPr>
          <a:xfrm>
            <a:off x="8197778" y="4815790"/>
            <a:ext cx="0" cy="108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B70692EB-280E-3C5D-0474-5948915072ED}"/>
              </a:ext>
            </a:extLst>
          </p:cNvPr>
          <p:cNvCxnSpPr>
            <a:cxnSpLocks/>
          </p:cNvCxnSpPr>
          <p:nvPr/>
        </p:nvCxnSpPr>
        <p:spPr>
          <a:xfrm>
            <a:off x="8953116" y="4815790"/>
            <a:ext cx="0" cy="108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A246C9AF-6C2E-2F16-4C1A-92EEE449AD57}"/>
              </a:ext>
            </a:extLst>
          </p:cNvPr>
          <p:cNvCxnSpPr>
            <a:cxnSpLocks/>
          </p:cNvCxnSpPr>
          <p:nvPr/>
        </p:nvCxnSpPr>
        <p:spPr>
          <a:xfrm>
            <a:off x="9430153" y="4815790"/>
            <a:ext cx="0" cy="108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3AE3FB4E-5704-97E0-73B4-AB0EFD3EFA86}"/>
              </a:ext>
            </a:extLst>
          </p:cNvPr>
          <p:cNvCxnSpPr>
            <a:cxnSpLocks/>
          </p:cNvCxnSpPr>
          <p:nvPr/>
        </p:nvCxnSpPr>
        <p:spPr>
          <a:xfrm flipV="1">
            <a:off x="6989020" y="3929270"/>
            <a:ext cx="468064" cy="780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직선 연결선 121">
            <a:extLst>
              <a:ext uri="{FF2B5EF4-FFF2-40B4-BE49-F238E27FC236}">
                <a16:creationId xmlns:a16="http://schemas.microsoft.com/office/drawing/2014/main" id="{F0FCF85F-ABCD-657D-13FD-1E9A7C56F7FE}"/>
              </a:ext>
            </a:extLst>
          </p:cNvPr>
          <p:cNvCxnSpPr>
            <a:cxnSpLocks/>
          </p:cNvCxnSpPr>
          <p:nvPr/>
        </p:nvCxnSpPr>
        <p:spPr>
          <a:xfrm flipH="1" flipV="1">
            <a:off x="8947994" y="3949148"/>
            <a:ext cx="468064" cy="780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BC5D0E6D-ADB8-62A4-501D-341F38D7CDA7}"/>
              </a:ext>
            </a:extLst>
          </p:cNvPr>
          <p:cNvCxnSpPr>
            <a:cxnSpLocks/>
          </p:cNvCxnSpPr>
          <p:nvPr/>
        </p:nvCxnSpPr>
        <p:spPr>
          <a:xfrm flipV="1">
            <a:off x="7441434" y="3234520"/>
            <a:ext cx="755283" cy="7204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FD7BD391-7597-1076-784E-7E51DE0E2261}"/>
              </a:ext>
            </a:extLst>
          </p:cNvPr>
          <p:cNvCxnSpPr>
            <a:cxnSpLocks/>
          </p:cNvCxnSpPr>
          <p:nvPr/>
        </p:nvCxnSpPr>
        <p:spPr>
          <a:xfrm flipH="1" flipV="1">
            <a:off x="8197942" y="3234519"/>
            <a:ext cx="755283" cy="7204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타원 127">
            <a:extLst>
              <a:ext uri="{FF2B5EF4-FFF2-40B4-BE49-F238E27FC236}">
                <a16:creationId xmlns:a16="http://schemas.microsoft.com/office/drawing/2014/main" id="{8BA2FE72-E654-E925-F9D8-EC33B53D5E70}"/>
              </a:ext>
            </a:extLst>
          </p:cNvPr>
          <p:cNvSpPr/>
          <p:nvPr/>
        </p:nvSpPr>
        <p:spPr>
          <a:xfrm>
            <a:off x="7411792" y="3921223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타원 129">
            <a:extLst>
              <a:ext uri="{FF2B5EF4-FFF2-40B4-BE49-F238E27FC236}">
                <a16:creationId xmlns:a16="http://schemas.microsoft.com/office/drawing/2014/main" id="{57158B75-C7EA-C401-D6A0-7EC07A77B14D}"/>
              </a:ext>
            </a:extLst>
          </p:cNvPr>
          <p:cNvSpPr/>
          <p:nvPr/>
        </p:nvSpPr>
        <p:spPr>
          <a:xfrm>
            <a:off x="8163812" y="3210191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타원 131">
            <a:extLst>
              <a:ext uri="{FF2B5EF4-FFF2-40B4-BE49-F238E27FC236}">
                <a16:creationId xmlns:a16="http://schemas.microsoft.com/office/drawing/2014/main" id="{12858655-D331-0A74-AC45-8B2F5B926804}"/>
              </a:ext>
            </a:extLst>
          </p:cNvPr>
          <p:cNvSpPr/>
          <p:nvPr/>
        </p:nvSpPr>
        <p:spPr>
          <a:xfrm>
            <a:off x="8912635" y="3921223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3C53FE9F-7374-EA0D-BA50-E632DBD24BE6}"/>
              </a:ext>
            </a:extLst>
          </p:cNvPr>
          <p:cNvSpPr/>
          <p:nvPr/>
        </p:nvSpPr>
        <p:spPr>
          <a:xfrm>
            <a:off x="9387355" y="4683913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5070ACBF-3790-5046-C49C-87DE43076DD0}"/>
              </a:ext>
            </a:extLst>
          </p:cNvPr>
          <p:cNvSpPr/>
          <p:nvPr/>
        </p:nvSpPr>
        <p:spPr>
          <a:xfrm>
            <a:off x="6961532" y="4683913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D61577-9ECD-94D1-37A1-B8D8A073BAAD}"/>
              </a:ext>
            </a:extLst>
          </p:cNvPr>
          <p:cNvSpPr txBox="1"/>
          <p:nvPr/>
        </p:nvSpPr>
        <p:spPr>
          <a:xfrm>
            <a:off x="90204" y="207594"/>
            <a:ext cx="34212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141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5-4 </a:t>
            </a:r>
            <a:r>
              <a:rPr lang="ko-KR" altLang="en-US" sz="1600" dirty="0" err="1"/>
              <a:t>단봉선호</a:t>
            </a:r>
            <a:r>
              <a:rPr lang="ko-KR" altLang="en-US" sz="1600" dirty="0"/>
              <a:t> 조건</a:t>
            </a:r>
          </a:p>
        </p:txBody>
      </p:sp>
    </p:spTree>
    <p:extLst>
      <p:ext uri="{BB962C8B-B14F-4D97-AF65-F5344CB8AC3E}">
        <p14:creationId xmlns:p14="http://schemas.microsoft.com/office/powerpoint/2010/main" val="4008455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31804F1-4DA7-EFED-9AB8-E639D71EDA69}"/>
              </a:ext>
            </a:extLst>
          </p:cNvPr>
          <p:cNvSpPr/>
          <p:nvPr/>
        </p:nvSpPr>
        <p:spPr>
          <a:xfrm>
            <a:off x="1752299" y="21098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9364EF-1FE6-EE21-933B-CC2E596C4611}"/>
                  </a:ext>
                </a:extLst>
              </p:cNvPr>
              <p:cNvSpPr txBox="1"/>
              <p:nvPr/>
            </p:nvSpPr>
            <p:spPr>
              <a:xfrm>
                <a:off x="1410881" y="48521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9364EF-1FE6-EE21-933B-CC2E596C4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0881" y="48521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4606185-D067-A7CC-322E-7922845AEA79}"/>
              </a:ext>
            </a:extLst>
          </p:cNvPr>
          <p:cNvSpPr txBox="1"/>
          <p:nvPr/>
        </p:nvSpPr>
        <p:spPr>
          <a:xfrm>
            <a:off x="5487537" y="4663992"/>
            <a:ext cx="4940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생산</a:t>
            </a:r>
            <a:endParaRPr lang="en-US" altLang="ko-KR" sz="1100" dirty="0"/>
          </a:p>
          <a:p>
            <a:pPr algn="ctr"/>
            <a:r>
              <a:rPr lang="ko-KR" altLang="en-US" sz="1100" dirty="0"/>
              <a:t>수준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517A746-E5AE-71C2-82BD-B3369D3FFD88}"/>
              </a:ext>
            </a:extLst>
          </p:cNvPr>
          <p:cNvSpPr/>
          <p:nvPr/>
        </p:nvSpPr>
        <p:spPr>
          <a:xfrm>
            <a:off x="1745949" y="209719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7990FF-E4BE-4CC3-08DA-AC6BE562C8A4}"/>
              </a:ext>
            </a:extLst>
          </p:cNvPr>
          <p:cNvSpPr txBox="1"/>
          <p:nvPr/>
        </p:nvSpPr>
        <p:spPr>
          <a:xfrm>
            <a:off x="1403997" y="1900214"/>
            <a:ext cx="9058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편익</a:t>
            </a:r>
            <a:r>
              <a:rPr lang="en-US" altLang="ko-KR" sz="1100" dirty="0"/>
              <a:t>, </a:t>
            </a:r>
            <a:r>
              <a:rPr lang="ko-KR" altLang="en-US" sz="1100" dirty="0"/>
              <a:t>비용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ADCE942-05FF-DEA8-F2F4-52532363A9AD}"/>
              </a:ext>
            </a:extLst>
          </p:cNvPr>
          <p:cNvSpPr/>
          <p:nvPr/>
        </p:nvSpPr>
        <p:spPr>
          <a:xfrm rot="16200000">
            <a:off x="3148423" y="3109581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원호 12">
            <a:extLst>
              <a:ext uri="{FF2B5EF4-FFF2-40B4-BE49-F238E27FC236}">
                <a16:creationId xmlns:a16="http://schemas.microsoft.com/office/drawing/2014/main" id="{AAFAC910-EF04-0C91-F577-6AA25208E40C}"/>
              </a:ext>
            </a:extLst>
          </p:cNvPr>
          <p:cNvSpPr/>
          <p:nvPr/>
        </p:nvSpPr>
        <p:spPr>
          <a:xfrm rot="10800000">
            <a:off x="-3686364" y="-1855609"/>
            <a:ext cx="8202336" cy="6943344"/>
          </a:xfrm>
          <a:prstGeom prst="arc">
            <a:avLst>
              <a:gd name="adj1" fmla="val 10731465"/>
              <a:gd name="adj2" fmla="val 14866567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원호 36">
            <a:extLst>
              <a:ext uri="{FF2B5EF4-FFF2-40B4-BE49-F238E27FC236}">
                <a16:creationId xmlns:a16="http://schemas.microsoft.com/office/drawing/2014/main" id="{30E1B2A4-D45E-3CCA-7FC7-14BD4F48156B}"/>
              </a:ext>
            </a:extLst>
          </p:cNvPr>
          <p:cNvSpPr/>
          <p:nvPr/>
        </p:nvSpPr>
        <p:spPr>
          <a:xfrm rot="21332531">
            <a:off x="1720335" y="1830566"/>
            <a:ext cx="8202336" cy="6943344"/>
          </a:xfrm>
          <a:prstGeom prst="arc">
            <a:avLst>
              <a:gd name="adj1" fmla="val 11410569"/>
              <a:gd name="adj2" fmla="val 15790322"/>
            </a:avLst>
          </a:prstGeom>
          <a:ln w="254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69C3F3-7FD4-C993-7C96-68627498810B}"/>
              </a:ext>
            </a:extLst>
          </p:cNvPr>
          <p:cNvSpPr txBox="1"/>
          <p:nvPr/>
        </p:nvSpPr>
        <p:spPr>
          <a:xfrm>
            <a:off x="4963059" y="1609204"/>
            <a:ext cx="385229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TB</a:t>
            </a:r>
            <a:endParaRPr lang="ko-KR" altLang="en-US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A3FD50-2B4E-23EF-7626-A730CDA40926}"/>
              </a:ext>
            </a:extLst>
          </p:cNvPr>
          <p:cNvSpPr txBox="1"/>
          <p:nvPr/>
        </p:nvSpPr>
        <p:spPr>
          <a:xfrm>
            <a:off x="4312702" y="1210487"/>
            <a:ext cx="385229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TC</a:t>
            </a:r>
            <a:endParaRPr lang="ko-KR" altLang="en-US" sz="1400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99DB0DC-8355-F1E6-F5B1-488ED9B93A99}"/>
              </a:ext>
            </a:extLst>
          </p:cNvPr>
          <p:cNvCxnSpPr>
            <a:cxnSpLocks/>
          </p:cNvCxnSpPr>
          <p:nvPr/>
        </p:nvCxnSpPr>
        <p:spPr>
          <a:xfrm flipH="1">
            <a:off x="2073468" y="1969937"/>
            <a:ext cx="2083515" cy="1550739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CC202C-BB28-10DC-0C66-53AC82D3220C}"/>
              </a:ext>
            </a:extLst>
          </p:cNvPr>
          <p:cNvCxnSpPr>
            <a:cxnSpLocks/>
          </p:cNvCxnSpPr>
          <p:nvPr/>
        </p:nvCxnSpPr>
        <p:spPr>
          <a:xfrm>
            <a:off x="3131413" y="2758035"/>
            <a:ext cx="0" cy="219600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6CBEC6A8-84BC-74C0-E23E-D750B9ABEF16}"/>
              </a:ext>
            </a:extLst>
          </p:cNvPr>
          <p:cNvCxnSpPr>
            <a:cxnSpLocks/>
          </p:cNvCxnSpPr>
          <p:nvPr/>
        </p:nvCxnSpPr>
        <p:spPr>
          <a:xfrm flipH="1">
            <a:off x="2448120" y="3196011"/>
            <a:ext cx="2083515" cy="1550739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F2F102E3-FCD0-64D4-FB3E-762CFA46DD28}"/>
              </a:ext>
            </a:extLst>
          </p:cNvPr>
          <p:cNvCxnSpPr>
            <a:cxnSpLocks/>
          </p:cNvCxnSpPr>
          <p:nvPr/>
        </p:nvCxnSpPr>
        <p:spPr>
          <a:xfrm>
            <a:off x="4483966" y="2032547"/>
            <a:ext cx="0" cy="295200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C023D01-C6F5-3667-5A56-F5C9072F2B52}"/>
                  </a:ext>
                </a:extLst>
              </p:cNvPr>
              <p:cNvSpPr txBox="1"/>
              <p:nvPr/>
            </p:nvSpPr>
            <p:spPr>
              <a:xfrm>
                <a:off x="4245486" y="490524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C023D01-C6F5-3667-5A56-F5C9072F2B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5486" y="4905244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94E31D1-F081-5DF7-5032-56FA55491344}"/>
                  </a:ext>
                </a:extLst>
              </p:cNvPr>
              <p:cNvSpPr txBox="1"/>
              <p:nvPr/>
            </p:nvSpPr>
            <p:spPr>
              <a:xfrm>
                <a:off x="2929885" y="4905244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94E31D1-F081-5DF7-5032-56FA554913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885" y="4905244"/>
                <a:ext cx="494030" cy="307777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직사각형 77">
            <a:extLst>
              <a:ext uri="{FF2B5EF4-FFF2-40B4-BE49-F238E27FC236}">
                <a16:creationId xmlns:a16="http://schemas.microsoft.com/office/drawing/2014/main" id="{085835BB-F217-B303-B0CA-B85C3B2A45F1}"/>
              </a:ext>
            </a:extLst>
          </p:cNvPr>
          <p:cNvSpPr/>
          <p:nvPr/>
        </p:nvSpPr>
        <p:spPr>
          <a:xfrm>
            <a:off x="6508613" y="21098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DE76E459-0C4E-ED12-54BB-C39BC7E6B031}"/>
                  </a:ext>
                </a:extLst>
              </p:cNvPr>
              <p:cNvSpPr txBox="1"/>
              <p:nvPr/>
            </p:nvSpPr>
            <p:spPr>
              <a:xfrm>
                <a:off x="6181589" y="48521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DE76E459-0C4E-ED12-54BB-C39BC7E6B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1589" y="48521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직사각형 80">
            <a:extLst>
              <a:ext uri="{FF2B5EF4-FFF2-40B4-BE49-F238E27FC236}">
                <a16:creationId xmlns:a16="http://schemas.microsoft.com/office/drawing/2014/main" id="{3430C09E-64CE-6268-137A-BD618D234681}"/>
              </a:ext>
            </a:extLst>
          </p:cNvPr>
          <p:cNvSpPr/>
          <p:nvPr/>
        </p:nvSpPr>
        <p:spPr>
          <a:xfrm>
            <a:off x="6484907" y="210354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0D6AE49-AC25-DFB0-33FB-A5558C5827F9}"/>
              </a:ext>
            </a:extLst>
          </p:cNvPr>
          <p:cNvSpPr txBox="1"/>
          <p:nvPr/>
        </p:nvSpPr>
        <p:spPr>
          <a:xfrm>
            <a:off x="6064285" y="1859310"/>
            <a:ext cx="98981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사회적 잉여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1DDC2F9D-1D38-FC42-8584-949650866FF1}"/>
              </a:ext>
            </a:extLst>
          </p:cNvPr>
          <p:cNvSpPr/>
          <p:nvPr/>
        </p:nvSpPr>
        <p:spPr>
          <a:xfrm rot="16200000">
            <a:off x="7700659" y="2433906"/>
            <a:ext cx="4809368" cy="13970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원호 83">
            <a:extLst>
              <a:ext uri="{FF2B5EF4-FFF2-40B4-BE49-F238E27FC236}">
                <a16:creationId xmlns:a16="http://schemas.microsoft.com/office/drawing/2014/main" id="{20BB1ED6-EA7D-E627-3FBA-24A7E5134604}"/>
              </a:ext>
            </a:extLst>
          </p:cNvPr>
          <p:cNvSpPr/>
          <p:nvPr/>
        </p:nvSpPr>
        <p:spPr>
          <a:xfrm>
            <a:off x="4587295" y="4229100"/>
            <a:ext cx="6503780" cy="15691403"/>
          </a:xfrm>
          <a:prstGeom prst="arc">
            <a:avLst>
              <a:gd name="adj1" fmla="val 15573595"/>
              <a:gd name="adj2" fmla="val 16982709"/>
            </a:avLst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841B55B6-D221-B40A-7F29-9119C0F92D3D}"/>
              </a:ext>
            </a:extLst>
          </p:cNvPr>
          <p:cNvCxnSpPr>
            <a:cxnSpLocks/>
          </p:cNvCxnSpPr>
          <p:nvPr/>
        </p:nvCxnSpPr>
        <p:spPr>
          <a:xfrm>
            <a:off x="7806644" y="4215639"/>
            <a:ext cx="0" cy="72000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89F5D657-1AA2-2AEB-2E78-40DAE7C4A687}"/>
                  </a:ext>
                </a:extLst>
              </p:cNvPr>
              <p:cNvSpPr txBox="1"/>
              <p:nvPr/>
            </p:nvSpPr>
            <p:spPr>
              <a:xfrm>
                <a:off x="7594741" y="4905244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89F5D657-1AA2-2AEB-2E78-40DAE7C4A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4741" y="4905244"/>
                <a:ext cx="494030" cy="307777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48938B9F-1456-5C90-C8C2-613E4573B193}"/>
                  </a:ext>
                </a:extLst>
              </p:cNvPr>
              <p:cNvSpPr txBox="1"/>
              <p:nvPr/>
            </p:nvSpPr>
            <p:spPr>
              <a:xfrm>
                <a:off x="8903042" y="490524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48938B9F-1456-5C90-C8C2-613E4573B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3042" y="4905244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708CDBB-5691-4F72-1FB5-7AF875F2A31C}"/>
              </a:ext>
            </a:extLst>
          </p:cNvPr>
          <p:cNvCxnSpPr>
            <a:cxnSpLocks/>
          </p:cNvCxnSpPr>
          <p:nvPr/>
        </p:nvCxnSpPr>
        <p:spPr>
          <a:xfrm>
            <a:off x="9143612" y="4912358"/>
            <a:ext cx="0" cy="36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4AE12A47-E2AC-D136-7394-0A89A0DBF605}"/>
                  </a:ext>
                </a:extLst>
              </p:cNvPr>
              <p:cNvSpPr txBox="1"/>
              <p:nvPr/>
            </p:nvSpPr>
            <p:spPr>
              <a:xfrm>
                <a:off x="9259515" y="5048548"/>
                <a:ext cx="4940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4AE12A47-E2AC-D136-7394-0A89A0DBF6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9515" y="5048548"/>
                <a:ext cx="49403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98">
            <a:extLst>
              <a:ext uri="{FF2B5EF4-FFF2-40B4-BE49-F238E27FC236}">
                <a16:creationId xmlns:a16="http://schemas.microsoft.com/office/drawing/2014/main" id="{3944BCC6-FD75-60FC-2F88-3545C023B9EE}"/>
              </a:ext>
            </a:extLst>
          </p:cNvPr>
          <p:cNvSpPr txBox="1"/>
          <p:nvPr/>
        </p:nvSpPr>
        <p:spPr>
          <a:xfrm>
            <a:off x="9406805" y="4677196"/>
            <a:ext cx="4940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생산</a:t>
            </a:r>
            <a:endParaRPr lang="en-US" altLang="ko-KR" sz="1100" dirty="0"/>
          </a:p>
          <a:p>
            <a:pPr algn="ctr"/>
            <a:r>
              <a:rPr lang="ko-KR" altLang="en-US" sz="1100" dirty="0"/>
              <a:t>수준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29ED9E-A315-2491-953A-F15B740D6E88}"/>
              </a:ext>
            </a:extLst>
          </p:cNvPr>
          <p:cNvSpPr txBox="1"/>
          <p:nvPr/>
        </p:nvSpPr>
        <p:spPr>
          <a:xfrm>
            <a:off x="90204" y="207594"/>
            <a:ext cx="34212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149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5-5 </a:t>
            </a:r>
            <a:r>
              <a:rPr lang="ko-KR" altLang="en-US" sz="1600" dirty="0" err="1"/>
              <a:t>니스카넨</a:t>
            </a:r>
            <a:r>
              <a:rPr lang="ko-KR" altLang="en-US" sz="1600" dirty="0"/>
              <a:t> 모형</a:t>
            </a:r>
          </a:p>
        </p:txBody>
      </p:sp>
    </p:spTree>
    <p:extLst>
      <p:ext uri="{BB962C8B-B14F-4D97-AF65-F5344CB8AC3E}">
        <p14:creationId xmlns:p14="http://schemas.microsoft.com/office/powerpoint/2010/main" val="4021799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2B0B908F-BA41-C644-1021-07A5D0D27128}"/>
              </a:ext>
            </a:extLst>
          </p:cNvPr>
          <p:cNvSpPr/>
          <p:nvPr/>
        </p:nvSpPr>
        <p:spPr>
          <a:xfrm>
            <a:off x="2393813" y="19066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91BCE05-6DA2-FDF2-2FAF-350DF9EEA2D2}"/>
              </a:ext>
            </a:extLst>
          </p:cNvPr>
          <p:cNvSpPr/>
          <p:nvPr/>
        </p:nvSpPr>
        <p:spPr>
          <a:xfrm>
            <a:off x="1464518" y="1917720"/>
            <a:ext cx="4809368" cy="773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2913E5-16AC-B235-E488-30B6338217AC}"/>
                  </a:ext>
                </a:extLst>
              </p:cNvPr>
              <p:cNvSpPr txBox="1"/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2913E5-16AC-B235-E488-30B633821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46C7DFB7-1BC2-5725-4968-A98D97903E7E}"/>
              </a:ext>
            </a:extLst>
          </p:cNvPr>
          <p:cNvSpPr/>
          <p:nvPr/>
        </p:nvSpPr>
        <p:spPr>
          <a:xfrm>
            <a:off x="2370107" y="190034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3125-D0A2-FA3A-EA61-C51A8426DC3C}"/>
              </a:ext>
            </a:extLst>
          </p:cNvPr>
          <p:cNvSpPr txBox="1"/>
          <p:nvPr/>
        </p:nvSpPr>
        <p:spPr>
          <a:xfrm>
            <a:off x="1949484" y="2307469"/>
            <a:ext cx="98981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예산상 잉여</a:t>
            </a:r>
          </a:p>
        </p:txBody>
      </p:sp>
      <p:sp>
        <p:nvSpPr>
          <p:cNvPr id="19" name="원호 18">
            <a:extLst>
              <a:ext uri="{FF2B5EF4-FFF2-40B4-BE49-F238E27FC236}">
                <a16:creationId xmlns:a16="http://schemas.microsoft.com/office/drawing/2014/main" id="{1987AF11-27ED-B926-017A-E3FD7E628BCF}"/>
              </a:ext>
            </a:extLst>
          </p:cNvPr>
          <p:cNvSpPr/>
          <p:nvPr/>
        </p:nvSpPr>
        <p:spPr>
          <a:xfrm>
            <a:off x="472495" y="4025900"/>
            <a:ext cx="6503780" cy="15691403"/>
          </a:xfrm>
          <a:prstGeom prst="arc">
            <a:avLst>
              <a:gd name="adj1" fmla="val 15573595"/>
              <a:gd name="adj2" fmla="val 16982709"/>
            </a:avLst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206B4CEC-C8BF-A152-B59E-F845405EC81D}"/>
              </a:ext>
            </a:extLst>
          </p:cNvPr>
          <p:cNvCxnSpPr>
            <a:cxnSpLocks/>
          </p:cNvCxnSpPr>
          <p:nvPr/>
        </p:nvCxnSpPr>
        <p:spPr>
          <a:xfrm>
            <a:off x="3691844" y="4012439"/>
            <a:ext cx="0" cy="72000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87262A1-92B0-097A-5438-A12CEC003F76}"/>
                  </a:ext>
                </a:extLst>
              </p:cNvPr>
              <p:cNvSpPr txBox="1"/>
              <p:nvPr/>
            </p:nvSpPr>
            <p:spPr>
              <a:xfrm>
                <a:off x="3479941" y="4702044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87262A1-92B0-097A-5438-A12CEC003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9941" y="4702044"/>
                <a:ext cx="494030" cy="307777"/>
              </a:xfrm>
              <a:prstGeom prst="rect">
                <a:avLst/>
              </a:prstGeom>
              <a:blipFill>
                <a:blip r:embed="rId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11068B-3784-73D3-2F84-583A0D31EB06}"/>
                  </a:ext>
                </a:extLst>
              </p:cNvPr>
              <p:cNvSpPr txBox="1"/>
              <p:nvPr/>
            </p:nvSpPr>
            <p:spPr>
              <a:xfrm>
                <a:off x="4788242" y="470204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11068B-3784-73D3-2F84-583A0D31E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8242" y="4702044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ABD6DEAB-B351-2DF5-8AA7-8F7D21CD774C}"/>
              </a:ext>
            </a:extLst>
          </p:cNvPr>
          <p:cNvCxnSpPr>
            <a:cxnSpLocks/>
          </p:cNvCxnSpPr>
          <p:nvPr/>
        </p:nvCxnSpPr>
        <p:spPr>
          <a:xfrm>
            <a:off x="5028812" y="4709158"/>
            <a:ext cx="0" cy="36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ADD8120-0607-5D4F-F050-71099BDDEFBD}"/>
                  </a:ext>
                </a:extLst>
              </p:cNvPr>
              <p:cNvSpPr txBox="1"/>
              <p:nvPr/>
            </p:nvSpPr>
            <p:spPr>
              <a:xfrm>
                <a:off x="5144715" y="4845348"/>
                <a:ext cx="4940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ADD8120-0607-5D4F-F050-71099BDDEF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4715" y="4845348"/>
                <a:ext cx="49403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0C2E6E97-F0C9-6B6E-8640-BF2AD062CA88}"/>
              </a:ext>
            </a:extLst>
          </p:cNvPr>
          <p:cNvSpPr txBox="1"/>
          <p:nvPr/>
        </p:nvSpPr>
        <p:spPr>
          <a:xfrm>
            <a:off x="2491139" y="2820104"/>
            <a:ext cx="89631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/>
              <a:t>무차별곡선</a:t>
            </a:r>
            <a:endParaRPr lang="ko-KR" altLang="en-US" sz="1100" dirty="0"/>
          </a:p>
        </p:txBody>
      </p:sp>
      <p:sp>
        <p:nvSpPr>
          <p:cNvPr id="26" name="원호 25">
            <a:extLst>
              <a:ext uri="{FF2B5EF4-FFF2-40B4-BE49-F238E27FC236}">
                <a16:creationId xmlns:a16="http://schemas.microsoft.com/office/drawing/2014/main" id="{764C2D1D-4766-51F9-92DB-B14FD6BB8AAC}"/>
              </a:ext>
            </a:extLst>
          </p:cNvPr>
          <p:cNvSpPr/>
          <p:nvPr/>
        </p:nvSpPr>
        <p:spPr>
          <a:xfrm rot="14563913">
            <a:off x="1290561" y="-2939553"/>
            <a:ext cx="8202336" cy="6943344"/>
          </a:xfrm>
          <a:prstGeom prst="arc">
            <a:avLst>
              <a:gd name="adj1" fmla="val 12526618"/>
              <a:gd name="adj2" fmla="val 14987370"/>
            </a:avLst>
          </a:prstGeom>
          <a:ln w="254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C4D7B55-3BE6-9F7A-AC44-430439FCD7E5}"/>
              </a:ext>
            </a:extLst>
          </p:cNvPr>
          <p:cNvSpPr/>
          <p:nvPr/>
        </p:nvSpPr>
        <p:spPr>
          <a:xfrm rot="16200000">
            <a:off x="3869202" y="2606215"/>
            <a:ext cx="4809368" cy="13970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00C915-9D4C-4776-03CB-A1FA38BD8941}"/>
              </a:ext>
            </a:extLst>
          </p:cNvPr>
          <p:cNvSpPr txBox="1"/>
          <p:nvPr/>
        </p:nvSpPr>
        <p:spPr>
          <a:xfrm>
            <a:off x="5501741" y="4570162"/>
            <a:ext cx="89631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생산수준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7F5F72B-451A-A703-5087-B8B858197CB2}"/>
                  </a:ext>
                </a:extLst>
              </p:cNvPr>
              <p:cNvSpPr txBox="1"/>
              <p:nvPr/>
            </p:nvSpPr>
            <p:spPr>
              <a:xfrm>
                <a:off x="4094242" y="470204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7F5F72B-451A-A703-5087-B8B858197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4242" y="4702044"/>
                <a:ext cx="494030" cy="311817"/>
              </a:xfrm>
              <a:prstGeom prst="rect">
                <a:avLst/>
              </a:prstGeom>
              <a:blipFill>
                <a:blip r:embed="rId6"/>
                <a:stretch>
                  <a:fillRect r="-11111" b="-9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229C074E-2349-6BB4-3A94-54A13F7BB7C0}"/>
              </a:ext>
            </a:extLst>
          </p:cNvPr>
          <p:cNvCxnSpPr>
            <a:cxnSpLocks/>
          </p:cNvCxnSpPr>
          <p:nvPr/>
        </p:nvCxnSpPr>
        <p:spPr>
          <a:xfrm>
            <a:off x="4323669" y="4155314"/>
            <a:ext cx="0" cy="57600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952241D-3415-F6EC-022A-3437B64009B9}"/>
              </a:ext>
            </a:extLst>
          </p:cNvPr>
          <p:cNvSpPr txBox="1"/>
          <p:nvPr/>
        </p:nvSpPr>
        <p:spPr>
          <a:xfrm>
            <a:off x="90204" y="207594"/>
            <a:ext cx="4183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151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5-6 </a:t>
            </a:r>
            <a:r>
              <a:rPr lang="ko-KR" altLang="en-US" sz="1600" dirty="0" err="1"/>
              <a:t>미그</a:t>
            </a:r>
            <a:r>
              <a:rPr lang="en-US" altLang="ko-KR" sz="1600" dirty="0"/>
              <a:t>-</a:t>
            </a:r>
            <a:r>
              <a:rPr lang="ko-KR" altLang="en-US" sz="1600" dirty="0" err="1"/>
              <a:t>빌레인저</a:t>
            </a:r>
            <a:r>
              <a:rPr lang="ko-KR" altLang="en-US" sz="1600" dirty="0"/>
              <a:t> 모형</a:t>
            </a:r>
          </a:p>
        </p:txBody>
      </p:sp>
    </p:spTree>
    <p:extLst>
      <p:ext uri="{BB962C8B-B14F-4D97-AF65-F5344CB8AC3E}">
        <p14:creationId xmlns:p14="http://schemas.microsoft.com/office/powerpoint/2010/main" val="1225831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5DB5A-802E-AF1E-EB6A-D29E46E2B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3AB6D0A3-2366-A407-0371-20DAE961C0A5}"/>
              </a:ext>
            </a:extLst>
          </p:cNvPr>
          <p:cNvSpPr/>
          <p:nvPr/>
        </p:nvSpPr>
        <p:spPr>
          <a:xfrm>
            <a:off x="2393813" y="19066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CFD9167-F7C5-59BC-A54D-160AB780C205}"/>
              </a:ext>
            </a:extLst>
          </p:cNvPr>
          <p:cNvSpPr/>
          <p:nvPr/>
        </p:nvSpPr>
        <p:spPr>
          <a:xfrm>
            <a:off x="1464518" y="1917720"/>
            <a:ext cx="4809368" cy="773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F39145A-0090-A3FE-3A94-B14A6C3C173B}"/>
                  </a:ext>
                </a:extLst>
              </p:cNvPr>
              <p:cNvSpPr txBox="1"/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F39145A-0090-A3FE-3A94-B14A6C3C1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0E7D4-5ED9-99F8-CAAD-A203F795688E}"/>
              </a:ext>
            </a:extLst>
          </p:cNvPr>
          <p:cNvSpPr/>
          <p:nvPr/>
        </p:nvSpPr>
        <p:spPr>
          <a:xfrm>
            <a:off x="2370107" y="190034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90A7629-CFD1-90B5-AF14-C595D3EB302C}"/>
                  </a:ext>
                </a:extLst>
              </p:cNvPr>
              <p:cNvSpPr txBox="1"/>
              <p:nvPr/>
            </p:nvSpPr>
            <p:spPr>
              <a:xfrm>
                <a:off x="1983286" y="256907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90A7629-CFD1-90B5-AF14-C595D3EB3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3286" y="2569079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원호 25">
            <a:extLst>
              <a:ext uri="{FF2B5EF4-FFF2-40B4-BE49-F238E27FC236}">
                <a16:creationId xmlns:a16="http://schemas.microsoft.com/office/drawing/2014/main" id="{6CA1394B-C0A4-B2DF-0F82-171A04A61E09}"/>
              </a:ext>
            </a:extLst>
          </p:cNvPr>
          <p:cNvSpPr/>
          <p:nvPr/>
        </p:nvSpPr>
        <p:spPr>
          <a:xfrm rot="8343578">
            <a:off x="-3678589" y="3359407"/>
            <a:ext cx="8202336" cy="6581999"/>
          </a:xfrm>
          <a:prstGeom prst="arc">
            <a:avLst>
              <a:gd name="adj1" fmla="val 9638568"/>
              <a:gd name="adj2" fmla="val 11534853"/>
            </a:avLst>
          </a:prstGeom>
          <a:ln w="254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053AE34-1468-FB91-F094-968F520DF3BF}"/>
              </a:ext>
            </a:extLst>
          </p:cNvPr>
          <p:cNvSpPr/>
          <p:nvPr/>
        </p:nvSpPr>
        <p:spPr>
          <a:xfrm rot="16200000">
            <a:off x="2938841" y="2501475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CFDAA1-7391-4C57-FD32-727C79CE5358}"/>
              </a:ext>
            </a:extLst>
          </p:cNvPr>
          <p:cNvSpPr txBox="1"/>
          <p:nvPr/>
        </p:nvSpPr>
        <p:spPr>
          <a:xfrm>
            <a:off x="4415524" y="4556464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/>
              <a:t>A</a:t>
            </a:r>
            <a:r>
              <a:rPr lang="ko-KR" altLang="en-US" sz="1100" dirty="0"/>
              <a:t>의 효용수준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B17DED-E53B-5192-3597-C4C04CE7A0BC}"/>
              </a:ext>
            </a:extLst>
          </p:cNvPr>
          <p:cNvSpPr txBox="1"/>
          <p:nvPr/>
        </p:nvSpPr>
        <p:spPr>
          <a:xfrm>
            <a:off x="90204" y="207594"/>
            <a:ext cx="4183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63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3-1 </a:t>
            </a:r>
            <a:r>
              <a:rPr lang="ko-KR" altLang="en-US" sz="1600" dirty="0"/>
              <a:t> 효용가능경계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31E3D3-64E3-FF7D-B128-E37FC1B5BB7B}"/>
                  </a:ext>
                </a:extLst>
              </p:cNvPr>
              <p:cNvSpPr txBox="1"/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31E3D3-64E3-FF7D-B128-E37FC1B5B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A98150E-4C0B-1C60-DFD7-9B4B8F07D530}"/>
              </a:ext>
            </a:extLst>
          </p:cNvPr>
          <p:cNvSpPr txBox="1"/>
          <p:nvPr/>
        </p:nvSpPr>
        <p:spPr>
          <a:xfrm>
            <a:off x="2035276" y="2329894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/>
              <a:t>B</a:t>
            </a:r>
            <a:r>
              <a:rPr lang="ko-KR" altLang="en-US" sz="1100" dirty="0"/>
              <a:t>의 효용수준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B7125C-1A90-C938-4D7D-8FEC63F2807B}"/>
              </a:ext>
            </a:extLst>
          </p:cNvPr>
          <p:cNvSpPr txBox="1"/>
          <p:nvPr/>
        </p:nvSpPr>
        <p:spPr>
          <a:xfrm>
            <a:off x="3181559" y="3191131"/>
            <a:ext cx="177665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효용가능 경계</a:t>
            </a:r>
            <a:endParaRPr lang="en-US" altLang="ko-KR" sz="1100" dirty="0"/>
          </a:p>
          <a:p>
            <a:pPr algn="ctr"/>
            <a:r>
              <a:rPr lang="en-US" altLang="ko-KR" sz="1100" dirty="0"/>
              <a:t>(utility possibility frontier)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254684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F6658-7BAB-19C5-FA46-707529072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E309A6AA-809C-F139-5A67-0981D83E47FC}"/>
              </a:ext>
            </a:extLst>
          </p:cNvPr>
          <p:cNvSpPr/>
          <p:nvPr/>
        </p:nvSpPr>
        <p:spPr>
          <a:xfrm>
            <a:off x="2377379" y="1908867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8C0FCD8-CFE7-273E-0F76-4D4B4C38E1E3}"/>
              </a:ext>
            </a:extLst>
          </p:cNvPr>
          <p:cNvSpPr/>
          <p:nvPr/>
        </p:nvSpPr>
        <p:spPr>
          <a:xfrm>
            <a:off x="1464518" y="1917720"/>
            <a:ext cx="4809368" cy="773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CB1C7A3-BA20-DD4B-7184-E81EB2967E18}"/>
                  </a:ext>
                </a:extLst>
              </p:cNvPr>
              <p:cNvSpPr txBox="1"/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F39145A-0090-A3FE-3A94-B14A6C3C1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2790146A-7D84-56B6-2912-357C8751384C}"/>
              </a:ext>
            </a:extLst>
          </p:cNvPr>
          <p:cNvSpPr/>
          <p:nvPr/>
        </p:nvSpPr>
        <p:spPr>
          <a:xfrm>
            <a:off x="2370107" y="190034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3F8F052-FCD7-ECD7-EB7A-F9E7B5FB0A05}"/>
                  </a:ext>
                </a:extLst>
              </p:cNvPr>
              <p:cNvSpPr txBox="1"/>
              <p:nvPr/>
            </p:nvSpPr>
            <p:spPr>
              <a:xfrm>
                <a:off x="1983286" y="256907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90A7629-CFD1-90B5-AF14-C595D3EB3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3286" y="2569079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직사각형 27">
            <a:extLst>
              <a:ext uri="{FF2B5EF4-FFF2-40B4-BE49-F238E27FC236}">
                <a16:creationId xmlns:a16="http://schemas.microsoft.com/office/drawing/2014/main" id="{42AF6CFE-5C6A-212F-C5BC-8F4F8532360E}"/>
              </a:ext>
            </a:extLst>
          </p:cNvPr>
          <p:cNvSpPr/>
          <p:nvPr/>
        </p:nvSpPr>
        <p:spPr>
          <a:xfrm rot="16200000">
            <a:off x="2938504" y="2504649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361F3E-677F-5D9D-B3F8-1B4F481C8919}"/>
              </a:ext>
            </a:extLst>
          </p:cNvPr>
          <p:cNvSpPr txBox="1"/>
          <p:nvPr/>
        </p:nvSpPr>
        <p:spPr>
          <a:xfrm>
            <a:off x="4415524" y="4556464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/>
              <a:t>A</a:t>
            </a:r>
            <a:r>
              <a:rPr lang="ko-KR" altLang="en-US" sz="1100" dirty="0"/>
              <a:t>의 효용수준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91EDBA-EF5B-A945-F98C-B2447CFE301C}"/>
              </a:ext>
            </a:extLst>
          </p:cNvPr>
          <p:cNvSpPr txBox="1"/>
          <p:nvPr/>
        </p:nvSpPr>
        <p:spPr>
          <a:xfrm>
            <a:off x="90204" y="207594"/>
            <a:ext cx="4183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75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3-2 </a:t>
            </a:r>
            <a:r>
              <a:rPr lang="ko-KR" altLang="en-US" sz="1600" dirty="0" err="1"/>
              <a:t>파레토기준</a:t>
            </a:r>
            <a:endParaRPr lang="ko-KR" alt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B5DDA66-EFBC-E3B9-90D3-3C82934BB27A}"/>
                  </a:ext>
                </a:extLst>
              </p:cNvPr>
              <p:cNvSpPr txBox="1"/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31E3D3-64E3-FF7D-B128-E37FC1B5B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50773628-D4B9-D62D-0165-13D3A0859365}"/>
              </a:ext>
            </a:extLst>
          </p:cNvPr>
          <p:cNvSpPr txBox="1"/>
          <p:nvPr/>
        </p:nvSpPr>
        <p:spPr>
          <a:xfrm>
            <a:off x="2035276" y="2329894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/>
              <a:t>B</a:t>
            </a:r>
            <a:r>
              <a:rPr lang="ko-KR" altLang="en-US" sz="1100" dirty="0"/>
              <a:t>의 효용수준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3480D7-4F03-3E4E-9B07-403E3F5A38EA}"/>
              </a:ext>
            </a:extLst>
          </p:cNvPr>
          <p:cNvSpPr txBox="1"/>
          <p:nvPr/>
        </p:nvSpPr>
        <p:spPr>
          <a:xfrm>
            <a:off x="7179475" y="2724987"/>
            <a:ext cx="177665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효용가능 경계</a:t>
            </a:r>
            <a:endParaRPr lang="en-US" altLang="ko-KR" sz="1100" dirty="0"/>
          </a:p>
          <a:p>
            <a:pPr algn="ctr"/>
            <a:r>
              <a:rPr lang="en-US" altLang="ko-KR" sz="1100" dirty="0"/>
              <a:t>(utility possibility frontier)</a:t>
            </a:r>
            <a:endParaRPr lang="ko-KR" altLang="en-US" sz="1100" dirty="0"/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E81552FC-41A8-4ABE-0D80-A6C3B963159C}"/>
              </a:ext>
            </a:extLst>
          </p:cNvPr>
          <p:cNvCxnSpPr>
            <a:cxnSpLocks/>
          </p:cNvCxnSpPr>
          <p:nvPr/>
        </p:nvCxnSpPr>
        <p:spPr>
          <a:xfrm>
            <a:off x="3183775" y="3912983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664923E-A3F9-BAE0-6EFC-6BB7A0EB5EE0}"/>
              </a:ext>
            </a:extLst>
          </p:cNvPr>
          <p:cNvCxnSpPr>
            <a:cxnSpLocks/>
          </p:cNvCxnSpPr>
          <p:nvPr/>
        </p:nvCxnSpPr>
        <p:spPr>
          <a:xfrm rot="16200000">
            <a:off x="2789813" y="3531983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C6935EC-878F-6409-5338-9533C8F6A49E}"/>
              </a:ext>
            </a:extLst>
          </p:cNvPr>
          <p:cNvCxnSpPr>
            <a:cxnSpLocks/>
          </p:cNvCxnSpPr>
          <p:nvPr/>
        </p:nvCxnSpPr>
        <p:spPr>
          <a:xfrm>
            <a:off x="3183775" y="3129633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63624302-E14D-CF60-1369-A7F1F18A43D5}"/>
              </a:ext>
            </a:extLst>
          </p:cNvPr>
          <p:cNvCxnSpPr>
            <a:cxnSpLocks/>
          </p:cNvCxnSpPr>
          <p:nvPr/>
        </p:nvCxnSpPr>
        <p:spPr>
          <a:xfrm rot="16200000">
            <a:off x="3579775" y="3531983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991FCA2-631D-9754-C3B6-34A6CAEA38AC}"/>
                  </a:ext>
                </a:extLst>
              </p:cNvPr>
              <p:cNvSpPr txBox="1"/>
              <p:nvPr/>
            </p:nvSpPr>
            <p:spPr>
              <a:xfrm>
                <a:off x="2962983" y="4662166"/>
                <a:ext cx="494030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991FCA2-631D-9754-C3B6-34A6CAEA38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983" y="4662166"/>
                <a:ext cx="494030" cy="3317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EA416A-E1B6-1E42-BA6B-C81437A51C72}"/>
                  </a:ext>
                </a:extLst>
              </p:cNvPr>
              <p:cNvSpPr txBox="1"/>
              <p:nvPr/>
            </p:nvSpPr>
            <p:spPr>
              <a:xfrm>
                <a:off x="1983286" y="3730955"/>
                <a:ext cx="494030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EA416A-E1B6-1E42-BA6B-C81437A51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3286" y="3730955"/>
                <a:ext cx="494030" cy="3317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타원 11">
            <a:extLst>
              <a:ext uri="{FF2B5EF4-FFF2-40B4-BE49-F238E27FC236}">
                <a16:creationId xmlns:a16="http://schemas.microsoft.com/office/drawing/2014/main" id="{6FF691C9-66B0-9696-7830-A3E6CD5370B7}"/>
              </a:ext>
            </a:extLst>
          </p:cNvPr>
          <p:cNvSpPr/>
          <p:nvPr/>
        </p:nvSpPr>
        <p:spPr>
          <a:xfrm>
            <a:off x="3571443" y="3499975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FD13571-D1B0-AA69-B78B-524F96C6F8EA}"/>
              </a:ext>
            </a:extLst>
          </p:cNvPr>
          <p:cNvSpPr/>
          <p:nvPr/>
        </p:nvSpPr>
        <p:spPr>
          <a:xfrm>
            <a:off x="3698183" y="3902742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EF25A407-6B54-34EA-2748-F711D1225A04}"/>
              </a:ext>
            </a:extLst>
          </p:cNvPr>
          <p:cNvSpPr/>
          <p:nvPr/>
        </p:nvSpPr>
        <p:spPr>
          <a:xfrm>
            <a:off x="3572197" y="4354530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FBE22FA6-6847-7082-3259-FFC9E1C74FC9}"/>
              </a:ext>
            </a:extLst>
          </p:cNvPr>
          <p:cNvCxnSpPr>
            <a:cxnSpLocks/>
            <a:endCxn id="12" idx="3"/>
          </p:cNvCxnSpPr>
          <p:nvPr/>
        </p:nvCxnSpPr>
        <p:spPr>
          <a:xfrm flipV="1">
            <a:off x="3183775" y="3538999"/>
            <a:ext cx="394364" cy="388984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36D3AD2E-02B0-C58D-911A-04E42129A45A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3181738" y="3923221"/>
            <a:ext cx="516445" cy="2381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560429B5-E705-22DA-B423-CAAEC6596DC4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3181738" y="3927190"/>
            <a:ext cx="397155" cy="434036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FFEAA39-A001-EBD5-3DB3-028965BD9582}"/>
                  </a:ext>
                </a:extLst>
              </p:cNvPr>
              <p:cNvSpPr txBox="1"/>
              <p:nvPr/>
            </p:nvSpPr>
            <p:spPr>
              <a:xfrm>
                <a:off x="3489427" y="3248283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FFEAA39-A001-EBD5-3DB3-028965BD9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9427" y="3248283"/>
                <a:ext cx="494030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7CE15D1-C49B-6C38-8403-61AAA286D0FB}"/>
                  </a:ext>
                </a:extLst>
              </p:cNvPr>
              <p:cNvSpPr txBox="1"/>
              <p:nvPr/>
            </p:nvSpPr>
            <p:spPr>
              <a:xfrm>
                <a:off x="3603994" y="3674829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7CE15D1-C49B-6C38-8403-61AAA286D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3994" y="3674829"/>
                <a:ext cx="494030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2351A4E-8D18-0C5A-EB37-3240E73492BA}"/>
                  </a:ext>
                </a:extLst>
              </p:cNvPr>
              <p:cNvSpPr txBox="1"/>
              <p:nvPr/>
            </p:nvSpPr>
            <p:spPr>
              <a:xfrm>
                <a:off x="3505986" y="4112833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′′′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2351A4E-8D18-0C5A-EB37-3240E73492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986" y="4112833"/>
                <a:ext cx="494030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A222460-75AE-377A-4937-925DEE598B06}"/>
                  </a:ext>
                </a:extLst>
              </p:cNvPr>
              <p:cNvSpPr txBox="1"/>
              <p:nvPr/>
            </p:nvSpPr>
            <p:spPr>
              <a:xfrm>
                <a:off x="2865899" y="385504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A222460-75AE-377A-4937-925DEE598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5899" y="3855044"/>
                <a:ext cx="494030" cy="3118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타원 39">
            <a:extLst>
              <a:ext uri="{FF2B5EF4-FFF2-40B4-BE49-F238E27FC236}">
                <a16:creationId xmlns:a16="http://schemas.microsoft.com/office/drawing/2014/main" id="{97D15BB6-B037-86AF-11EF-1CD839375F25}"/>
              </a:ext>
            </a:extLst>
          </p:cNvPr>
          <p:cNvSpPr/>
          <p:nvPr/>
        </p:nvSpPr>
        <p:spPr>
          <a:xfrm>
            <a:off x="3158433" y="3902742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E46875AD-35C8-8BC1-BC1D-7DA11008B476}"/>
              </a:ext>
            </a:extLst>
          </p:cNvPr>
          <p:cNvSpPr/>
          <p:nvPr/>
        </p:nvSpPr>
        <p:spPr>
          <a:xfrm>
            <a:off x="3191048" y="3006440"/>
            <a:ext cx="914400" cy="914400"/>
          </a:xfrm>
          <a:prstGeom prst="rect">
            <a:avLst/>
          </a:prstGeom>
          <a:solidFill>
            <a:srgbClr val="FFFF00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3117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015F4-C644-1BAB-1E31-19F93158F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F5B229F8-DB7F-143B-5DF4-E59BC6C82091}"/>
              </a:ext>
            </a:extLst>
          </p:cNvPr>
          <p:cNvSpPr/>
          <p:nvPr/>
        </p:nvSpPr>
        <p:spPr>
          <a:xfrm>
            <a:off x="7389904" y="554673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A94245C-C34C-9D04-CE97-4EBE42CA4E54}"/>
              </a:ext>
            </a:extLst>
          </p:cNvPr>
          <p:cNvSpPr/>
          <p:nvPr/>
        </p:nvSpPr>
        <p:spPr>
          <a:xfrm>
            <a:off x="6477043" y="563526"/>
            <a:ext cx="4809368" cy="773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053BD3-6FB4-8634-AA30-D664DAAC2828}"/>
                  </a:ext>
                </a:extLst>
              </p:cNvPr>
              <p:cNvSpPr txBox="1"/>
              <p:nvPr/>
            </p:nvSpPr>
            <p:spPr>
              <a:xfrm>
                <a:off x="7079314" y="329472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053BD3-6FB4-8634-AA30-D664DAAC2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9314" y="3294724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2B84666F-70B2-4E59-7CBA-CD0B3005BEF0}"/>
              </a:ext>
            </a:extLst>
          </p:cNvPr>
          <p:cNvSpPr/>
          <p:nvPr/>
        </p:nvSpPr>
        <p:spPr>
          <a:xfrm>
            <a:off x="7382632" y="546148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40CA3D4-2418-1FA1-547C-3B31905D35D0}"/>
                  </a:ext>
                </a:extLst>
              </p:cNvPr>
              <p:cNvSpPr txBox="1"/>
              <p:nvPr/>
            </p:nvSpPr>
            <p:spPr>
              <a:xfrm>
                <a:off x="6995811" y="1214885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40CA3D4-2418-1FA1-547C-3B31905D35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811" y="1214885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직사각형 27">
            <a:extLst>
              <a:ext uri="{FF2B5EF4-FFF2-40B4-BE49-F238E27FC236}">
                <a16:creationId xmlns:a16="http://schemas.microsoft.com/office/drawing/2014/main" id="{7374DD2A-365C-63D2-2847-07B8C0213DA8}"/>
              </a:ext>
            </a:extLst>
          </p:cNvPr>
          <p:cNvSpPr/>
          <p:nvPr/>
        </p:nvSpPr>
        <p:spPr>
          <a:xfrm rot="16200000">
            <a:off x="2938504" y="2504649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0791A7-C5FD-C1F6-D5DE-4F82AE4AFA48}"/>
              </a:ext>
            </a:extLst>
          </p:cNvPr>
          <p:cNvSpPr txBox="1"/>
          <p:nvPr/>
        </p:nvSpPr>
        <p:spPr>
          <a:xfrm>
            <a:off x="9428049" y="3202270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/>
              <a:t>A</a:t>
            </a:r>
            <a:r>
              <a:rPr lang="ko-KR" altLang="en-US" sz="1100" dirty="0"/>
              <a:t>의 효용수준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9B3F52-192F-91B0-CD91-2263BF04D7E6}"/>
              </a:ext>
            </a:extLst>
          </p:cNvPr>
          <p:cNvSpPr txBox="1"/>
          <p:nvPr/>
        </p:nvSpPr>
        <p:spPr>
          <a:xfrm>
            <a:off x="90204" y="207594"/>
            <a:ext cx="56324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77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3-3 </a:t>
            </a:r>
            <a:r>
              <a:rPr lang="ko-KR" altLang="en-US" sz="1600" dirty="0" err="1"/>
              <a:t>칼도기준에</a:t>
            </a:r>
            <a:r>
              <a:rPr lang="ko-KR" altLang="en-US" sz="1600" dirty="0"/>
              <a:t> 의한 개선의 예시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C43995-500C-47ED-9000-4BE3B36C2AB6}"/>
                  </a:ext>
                </a:extLst>
              </p:cNvPr>
              <p:cNvSpPr txBox="1"/>
              <p:nvPr/>
            </p:nvSpPr>
            <p:spPr>
              <a:xfrm>
                <a:off x="9090098" y="3307972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C43995-500C-47ED-9000-4BE3B36C2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0098" y="3307972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EB73B41-5BB1-B025-0BE3-DC2AD43F9450}"/>
              </a:ext>
            </a:extLst>
          </p:cNvPr>
          <p:cNvSpPr txBox="1"/>
          <p:nvPr/>
        </p:nvSpPr>
        <p:spPr>
          <a:xfrm>
            <a:off x="7047801" y="975700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/>
              <a:t>B</a:t>
            </a:r>
            <a:r>
              <a:rPr lang="ko-KR" altLang="en-US" sz="1100" dirty="0"/>
              <a:t>의 효용수준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873163E6-2F33-D418-3B14-546772FA9146}"/>
              </a:ext>
            </a:extLst>
          </p:cNvPr>
          <p:cNvCxnSpPr>
            <a:cxnSpLocks/>
          </p:cNvCxnSpPr>
          <p:nvPr/>
        </p:nvCxnSpPr>
        <p:spPr>
          <a:xfrm>
            <a:off x="8196300" y="255878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7CBA60-0BC2-70A3-12D3-420066DC7972}"/>
              </a:ext>
            </a:extLst>
          </p:cNvPr>
          <p:cNvCxnSpPr>
            <a:cxnSpLocks/>
          </p:cNvCxnSpPr>
          <p:nvPr/>
        </p:nvCxnSpPr>
        <p:spPr>
          <a:xfrm rot="16200000">
            <a:off x="7802338" y="217778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C1BB2E3-37CB-98B9-C22B-056E3295C0AA}"/>
              </a:ext>
            </a:extLst>
          </p:cNvPr>
          <p:cNvCxnSpPr>
            <a:cxnSpLocks/>
          </p:cNvCxnSpPr>
          <p:nvPr/>
        </p:nvCxnSpPr>
        <p:spPr>
          <a:xfrm>
            <a:off x="8196300" y="177543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D558202-1682-F527-D450-1749CF53A63E}"/>
              </a:ext>
            </a:extLst>
          </p:cNvPr>
          <p:cNvCxnSpPr>
            <a:cxnSpLocks/>
          </p:cNvCxnSpPr>
          <p:nvPr/>
        </p:nvCxnSpPr>
        <p:spPr>
          <a:xfrm rot="16200000">
            <a:off x="8592300" y="217778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A364682-DEE2-4DEE-14AB-EFDDDF05B2F1}"/>
                  </a:ext>
                </a:extLst>
              </p:cNvPr>
              <p:cNvSpPr txBox="1"/>
              <p:nvPr/>
            </p:nvSpPr>
            <p:spPr>
              <a:xfrm>
                <a:off x="7975508" y="3307972"/>
                <a:ext cx="494030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A364682-DEE2-4DEE-14AB-EFDDDF05B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508" y="3307972"/>
                <a:ext cx="494030" cy="3317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0A0FC16-9A38-FCD5-3D4F-6AF53575AF0B}"/>
                  </a:ext>
                </a:extLst>
              </p:cNvPr>
              <p:cNvSpPr txBox="1"/>
              <p:nvPr/>
            </p:nvSpPr>
            <p:spPr>
              <a:xfrm>
                <a:off x="6995811" y="2376761"/>
                <a:ext cx="494030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0A0FC16-9A38-FCD5-3D4F-6AF53575A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811" y="2376761"/>
                <a:ext cx="494030" cy="3317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타원 11">
            <a:extLst>
              <a:ext uri="{FF2B5EF4-FFF2-40B4-BE49-F238E27FC236}">
                <a16:creationId xmlns:a16="http://schemas.microsoft.com/office/drawing/2014/main" id="{E543EEC8-EE00-3CA2-1CA0-834A7A9F8DED}"/>
              </a:ext>
            </a:extLst>
          </p:cNvPr>
          <p:cNvSpPr/>
          <p:nvPr/>
        </p:nvSpPr>
        <p:spPr>
          <a:xfrm>
            <a:off x="8583968" y="2145781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0A497DF-905A-E760-4C3F-9929AEB9E2BA}"/>
              </a:ext>
            </a:extLst>
          </p:cNvPr>
          <p:cNvSpPr/>
          <p:nvPr/>
        </p:nvSpPr>
        <p:spPr>
          <a:xfrm>
            <a:off x="8710708" y="2548548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1F248D-9882-7515-4811-14434AE45ECB}"/>
              </a:ext>
            </a:extLst>
          </p:cNvPr>
          <p:cNvSpPr/>
          <p:nvPr/>
        </p:nvSpPr>
        <p:spPr>
          <a:xfrm>
            <a:off x="8584722" y="3000336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546E477-E1F0-0155-F3B5-3DEB05038BB2}"/>
              </a:ext>
            </a:extLst>
          </p:cNvPr>
          <p:cNvCxnSpPr>
            <a:cxnSpLocks/>
            <a:endCxn id="12" idx="3"/>
          </p:cNvCxnSpPr>
          <p:nvPr/>
        </p:nvCxnSpPr>
        <p:spPr>
          <a:xfrm flipV="1">
            <a:off x="8196300" y="2184805"/>
            <a:ext cx="394364" cy="388984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7D35486D-6098-8721-49F9-B22B84B53030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8194263" y="2569027"/>
            <a:ext cx="516445" cy="2381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FC1715FA-3021-BA8C-D066-C4C1870C9716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8194263" y="2572996"/>
            <a:ext cx="397155" cy="434036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B2AEA5F-DBA0-6961-B713-B35C6A29C297}"/>
                  </a:ext>
                </a:extLst>
              </p:cNvPr>
              <p:cNvSpPr txBox="1"/>
              <p:nvPr/>
            </p:nvSpPr>
            <p:spPr>
              <a:xfrm>
                <a:off x="8501952" y="1894089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B2AEA5F-DBA0-6961-B713-B35C6A29C2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952" y="1894089"/>
                <a:ext cx="494030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5A67F9D-9E8C-15D3-02C7-9E922D339550}"/>
                  </a:ext>
                </a:extLst>
              </p:cNvPr>
              <p:cNvSpPr txBox="1"/>
              <p:nvPr/>
            </p:nvSpPr>
            <p:spPr>
              <a:xfrm>
                <a:off x="8616519" y="2320635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5A67F9D-9E8C-15D3-02C7-9E922D3395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519" y="2320635"/>
                <a:ext cx="494030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A4BB721-8B5B-B288-6010-CE48C1C485FF}"/>
                  </a:ext>
                </a:extLst>
              </p:cNvPr>
              <p:cNvSpPr txBox="1"/>
              <p:nvPr/>
            </p:nvSpPr>
            <p:spPr>
              <a:xfrm>
                <a:off x="8518511" y="2758639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′′′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A4BB721-8B5B-B288-6010-CE48C1C48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8511" y="2758639"/>
                <a:ext cx="49403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6E02569-1B2A-4E1F-BDFB-BBBEF5A1D934}"/>
                  </a:ext>
                </a:extLst>
              </p:cNvPr>
              <p:cNvSpPr txBox="1"/>
              <p:nvPr/>
            </p:nvSpPr>
            <p:spPr>
              <a:xfrm>
                <a:off x="7878424" y="2500850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6E02569-1B2A-4E1F-BDFB-BBBEF5A1D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8424" y="2500850"/>
                <a:ext cx="494030" cy="31181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타원 39">
            <a:extLst>
              <a:ext uri="{FF2B5EF4-FFF2-40B4-BE49-F238E27FC236}">
                <a16:creationId xmlns:a16="http://schemas.microsoft.com/office/drawing/2014/main" id="{07E9AFF2-412A-FE01-E1B0-0B45EE4EB486}"/>
              </a:ext>
            </a:extLst>
          </p:cNvPr>
          <p:cNvSpPr/>
          <p:nvPr/>
        </p:nvSpPr>
        <p:spPr>
          <a:xfrm>
            <a:off x="8170958" y="2548548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F6889D82-425B-8E66-114D-7B7D62657B0B}"/>
              </a:ext>
            </a:extLst>
          </p:cNvPr>
          <p:cNvSpPr/>
          <p:nvPr/>
        </p:nvSpPr>
        <p:spPr>
          <a:xfrm>
            <a:off x="8203573" y="1652246"/>
            <a:ext cx="914400" cy="914400"/>
          </a:xfrm>
          <a:prstGeom prst="rect">
            <a:avLst/>
          </a:prstGeom>
          <a:solidFill>
            <a:srgbClr val="FFFF00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603BF85-B83D-066E-13A4-5555D2C8A4AB}"/>
              </a:ext>
            </a:extLst>
          </p:cNvPr>
          <p:cNvSpPr/>
          <p:nvPr/>
        </p:nvSpPr>
        <p:spPr>
          <a:xfrm>
            <a:off x="2393813" y="19066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09A7E124-BD58-2B38-FF69-29EF74BBFB3E}"/>
              </a:ext>
            </a:extLst>
          </p:cNvPr>
          <p:cNvSpPr/>
          <p:nvPr/>
        </p:nvSpPr>
        <p:spPr>
          <a:xfrm>
            <a:off x="1302889" y="1866801"/>
            <a:ext cx="4809368" cy="10064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96BBBC4-F392-4233-6C27-0AE4DF5D7235}"/>
                  </a:ext>
                </a:extLst>
              </p:cNvPr>
              <p:cNvSpPr txBox="1"/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96BBBC4-F392-4233-6C27-0AE4DF5D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직사각형 50">
            <a:extLst>
              <a:ext uri="{FF2B5EF4-FFF2-40B4-BE49-F238E27FC236}">
                <a16:creationId xmlns:a16="http://schemas.microsoft.com/office/drawing/2014/main" id="{05796FF1-3240-1FD1-314D-45C89E59E3D6}"/>
              </a:ext>
            </a:extLst>
          </p:cNvPr>
          <p:cNvSpPr/>
          <p:nvPr/>
        </p:nvSpPr>
        <p:spPr>
          <a:xfrm>
            <a:off x="2370107" y="190034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C45590B-4320-3D0B-E0C2-B91BAF91953A}"/>
                  </a:ext>
                </a:extLst>
              </p:cNvPr>
              <p:cNvSpPr txBox="1"/>
              <p:nvPr/>
            </p:nvSpPr>
            <p:spPr>
              <a:xfrm>
                <a:off x="1983286" y="279767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C45590B-4320-3D0B-E0C2-B91BAF9195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3286" y="2797679"/>
                <a:ext cx="494030" cy="31181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원호 52">
            <a:extLst>
              <a:ext uri="{FF2B5EF4-FFF2-40B4-BE49-F238E27FC236}">
                <a16:creationId xmlns:a16="http://schemas.microsoft.com/office/drawing/2014/main" id="{095DA6CA-71BC-08F7-BE67-9265D28DD1E3}"/>
              </a:ext>
            </a:extLst>
          </p:cNvPr>
          <p:cNvSpPr/>
          <p:nvPr/>
        </p:nvSpPr>
        <p:spPr>
          <a:xfrm rot="8343578">
            <a:off x="-3678589" y="3359407"/>
            <a:ext cx="8202336" cy="6581999"/>
          </a:xfrm>
          <a:prstGeom prst="arc">
            <a:avLst>
              <a:gd name="adj1" fmla="val 9638568"/>
              <a:gd name="adj2" fmla="val 11534853"/>
            </a:avLst>
          </a:prstGeom>
          <a:ln w="254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789E4C9-64F5-6DA2-86BE-1BFA5638A4FF}"/>
              </a:ext>
            </a:extLst>
          </p:cNvPr>
          <p:cNvSpPr/>
          <p:nvPr/>
        </p:nvSpPr>
        <p:spPr>
          <a:xfrm rot="16200000">
            <a:off x="2935508" y="2492775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40C978C-FE19-59E7-70C3-8A7BA03540C3}"/>
                  </a:ext>
                </a:extLst>
              </p:cNvPr>
              <p:cNvSpPr txBox="1"/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40C978C-FE19-59E7-70C3-8A7BA03540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TextBox 57">
            <a:extLst>
              <a:ext uri="{FF2B5EF4-FFF2-40B4-BE49-F238E27FC236}">
                <a16:creationId xmlns:a16="http://schemas.microsoft.com/office/drawing/2014/main" id="{C5C69D9C-10B9-EB17-A68E-5D0CCB057E0E}"/>
              </a:ext>
            </a:extLst>
          </p:cNvPr>
          <p:cNvSpPr txBox="1"/>
          <p:nvPr/>
        </p:nvSpPr>
        <p:spPr>
          <a:xfrm>
            <a:off x="2516251" y="3190783"/>
            <a:ext cx="17766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효용가능 경계</a:t>
            </a:r>
            <a:endParaRPr lang="en-US" altLang="ko-KR" sz="1100" dirty="0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887E540D-8E78-644F-0038-67C7CCBF150C}"/>
              </a:ext>
            </a:extLst>
          </p:cNvPr>
          <p:cNvSpPr/>
          <p:nvPr/>
        </p:nvSpPr>
        <p:spPr>
          <a:xfrm>
            <a:off x="2397919" y="3193256"/>
            <a:ext cx="1574006" cy="1512094"/>
          </a:xfrm>
          <a:custGeom>
            <a:avLst/>
            <a:gdLst>
              <a:gd name="csX0" fmla="*/ 0 w 1574006"/>
              <a:gd name="csY0" fmla="*/ 0 h 1512094"/>
              <a:gd name="csX1" fmla="*/ 0 w 1574006"/>
              <a:gd name="csY1" fmla="*/ 1507332 h 1512094"/>
              <a:gd name="csX2" fmla="*/ 1574006 w 1574006"/>
              <a:gd name="csY2" fmla="*/ 1512094 h 1512094"/>
              <a:gd name="csX3" fmla="*/ 1504950 w 1574006"/>
              <a:gd name="csY3" fmla="*/ 1364457 h 1512094"/>
              <a:gd name="csX4" fmla="*/ 1447800 w 1574006"/>
              <a:gd name="csY4" fmla="*/ 1245394 h 1512094"/>
              <a:gd name="csX5" fmla="*/ 1385887 w 1574006"/>
              <a:gd name="csY5" fmla="*/ 1131094 h 1512094"/>
              <a:gd name="csX6" fmla="*/ 1276350 w 1574006"/>
              <a:gd name="csY6" fmla="*/ 964407 h 1512094"/>
              <a:gd name="csX7" fmla="*/ 1159669 w 1574006"/>
              <a:gd name="csY7" fmla="*/ 807244 h 1512094"/>
              <a:gd name="csX8" fmla="*/ 1033462 w 1574006"/>
              <a:gd name="csY8" fmla="*/ 671513 h 1512094"/>
              <a:gd name="csX9" fmla="*/ 881062 w 1574006"/>
              <a:gd name="csY9" fmla="*/ 521494 h 1512094"/>
              <a:gd name="csX10" fmla="*/ 704850 w 1574006"/>
              <a:gd name="csY10" fmla="*/ 381000 h 1512094"/>
              <a:gd name="csX11" fmla="*/ 533400 w 1574006"/>
              <a:gd name="csY11" fmla="*/ 261938 h 1512094"/>
              <a:gd name="csX12" fmla="*/ 366712 w 1574006"/>
              <a:gd name="csY12" fmla="*/ 164307 h 1512094"/>
              <a:gd name="csX13" fmla="*/ 173831 w 1574006"/>
              <a:gd name="csY13" fmla="*/ 69057 h 1512094"/>
              <a:gd name="csX14" fmla="*/ 50006 w 1574006"/>
              <a:gd name="csY14" fmla="*/ 19050 h 1512094"/>
              <a:gd name="csX15" fmla="*/ 0 w 1574006"/>
              <a:gd name="csY15" fmla="*/ 0 h 1512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574006" h="1512094">
                <a:moveTo>
                  <a:pt x="0" y="0"/>
                </a:moveTo>
                <a:lnTo>
                  <a:pt x="0" y="1507332"/>
                </a:lnTo>
                <a:lnTo>
                  <a:pt x="1574006" y="1512094"/>
                </a:lnTo>
                <a:lnTo>
                  <a:pt x="1504950" y="1364457"/>
                </a:lnTo>
                <a:lnTo>
                  <a:pt x="1447800" y="1245394"/>
                </a:lnTo>
                <a:lnTo>
                  <a:pt x="1385887" y="1131094"/>
                </a:lnTo>
                <a:lnTo>
                  <a:pt x="1276350" y="964407"/>
                </a:lnTo>
                <a:lnTo>
                  <a:pt x="1159669" y="807244"/>
                </a:lnTo>
                <a:lnTo>
                  <a:pt x="1033462" y="671513"/>
                </a:lnTo>
                <a:lnTo>
                  <a:pt x="881062" y="521494"/>
                </a:lnTo>
                <a:lnTo>
                  <a:pt x="704850" y="381000"/>
                </a:lnTo>
                <a:lnTo>
                  <a:pt x="533400" y="261938"/>
                </a:lnTo>
                <a:lnTo>
                  <a:pt x="366712" y="164307"/>
                </a:lnTo>
                <a:lnTo>
                  <a:pt x="173831" y="69057"/>
                </a:lnTo>
                <a:lnTo>
                  <a:pt x="50006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AD644144-C7DF-D57D-A73B-16353A302A1F}"/>
              </a:ext>
            </a:extLst>
          </p:cNvPr>
          <p:cNvCxnSpPr>
            <a:cxnSpLocks/>
            <a:stCxn id="64" idx="5"/>
            <a:endCxn id="69" idx="2"/>
          </p:cNvCxnSpPr>
          <p:nvPr/>
        </p:nvCxnSpPr>
        <p:spPr>
          <a:xfrm>
            <a:off x="3039627" y="4065181"/>
            <a:ext cx="725966" cy="258613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638EEBC-71FF-7FE3-561D-EC8EC0FAE549}"/>
                  </a:ext>
                </a:extLst>
              </p:cNvPr>
              <p:cNvSpPr txBox="1"/>
              <p:nvPr/>
            </p:nvSpPr>
            <p:spPr>
              <a:xfrm>
                <a:off x="2709356" y="382776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638EEBC-71FF-7FE3-561D-EC8EC0FAE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9356" y="3827768"/>
                <a:ext cx="494030" cy="31181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타원 63">
            <a:extLst>
              <a:ext uri="{FF2B5EF4-FFF2-40B4-BE49-F238E27FC236}">
                <a16:creationId xmlns:a16="http://schemas.microsoft.com/office/drawing/2014/main" id="{E4B6B114-767C-B578-3E66-422445F3BEE6}"/>
              </a:ext>
            </a:extLst>
          </p:cNvPr>
          <p:cNvSpPr/>
          <p:nvPr/>
        </p:nvSpPr>
        <p:spPr>
          <a:xfrm>
            <a:off x="3000603" y="4026157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48651A3-6220-6959-5C13-73C5602F2978}"/>
                  </a:ext>
                </a:extLst>
              </p:cNvPr>
              <p:cNvSpPr txBox="1"/>
              <p:nvPr/>
            </p:nvSpPr>
            <p:spPr>
              <a:xfrm>
                <a:off x="3501601" y="3828554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48651A3-6220-6959-5C13-73C5602F29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1601" y="3828554"/>
                <a:ext cx="49403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타원 66">
            <a:extLst>
              <a:ext uri="{FF2B5EF4-FFF2-40B4-BE49-F238E27FC236}">
                <a16:creationId xmlns:a16="http://schemas.microsoft.com/office/drawing/2014/main" id="{22A32CA9-76BD-E321-50DD-3AF2E74E6DA7}"/>
              </a:ext>
            </a:extLst>
          </p:cNvPr>
          <p:cNvSpPr/>
          <p:nvPr/>
        </p:nvSpPr>
        <p:spPr>
          <a:xfrm>
            <a:off x="3571213" y="4026157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7F2D52D-7CE7-5408-FE1E-ABBF5B4B728C}"/>
                  </a:ext>
                </a:extLst>
              </p:cNvPr>
              <p:cNvSpPr txBox="1"/>
              <p:nvPr/>
            </p:nvSpPr>
            <p:spPr>
              <a:xfrm>
                <a:off x="3695981" y="4103331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7F2D52D-7CE7-5408-FE1E-ABBF5B4B7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5981" y="4103331"/>
                <a:ext cx="494030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타원 68">
            <a:extLst>
              <a:ext uri="{FF2B5EF4-FFF2-40B4-BE49-F238E27FC236}">
                <a16:creationId xmlns:a16="http://schemas.microsoft.com/office/drawing/2014/main" id="{351D7412-76A7-7147-C3C0-A792C7FE7059}"/>
              </a:ext>
            </a:extLst>
          </p:cNvPr>
          <p:cNvSpPr/>
          <p:nvPr/>
        </p:nvSpPr>
        <p:spPr>
          <a:xfrm>
            <a:off x="3765593" y="4300934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154418D9-2064-A7EC-BD51-5857B96AAF2E}"/>
              </a:ext>
            </a:extLst>
          </p:cNvPr>
          <p:cNvCxnSpPr>
            <a:cxnSpLocks/>
          </p:cNvCxnSpPr>
          <p:nvPr/>
        </p:nvCxnSpPr>
        <p:spPr>
          <a:xfrm>
            <a:off x="3046323" y="4049017"/>
            <a:ext cx="524890" cy="0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7328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A24CF-CC5C-7BEC-F772-5D4D72EF9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F23A91C0-3404-8AD4-195C-CE0ED9BAB30D}"/>
              </a:ext>
            </a:extLst>
          </p:cNvPr>
          <p:cNvSpPr/>
          <p:nvPr/>
        </p:nvSpPr>
        <p:spPr>
          <a:xfrm>
            <a:off x="7389904" y="554673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6037DA5-A5B5-EE99-08A0-BE77768AD4DE}"/>
              </a:ext>
            </a:extLst>
          </p:cNvPr>
          <p:cNvSpPr/>
          <p:nvPr/>
        </p:nvSpPr>
        <p:spPr>
          <a:xfrm>
            <a:off x="6477043" y="563526"/>
            <a:ext cx="4809368" cy="773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B355E11-8D5D-CC28-E5CE-98D6D3294490}"/>
                  </a:ext>
                </a:extLst>
              </p:cNvPr>
              <p:cNvSpPr txBox="1"/>
              <p:nvPr/>
            </p:nvSpPr>
            <p:spPr>
              <a:xfrm>
                <a:off x="7079314" y="329472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B355E11-8D5D-CC28-E5CE-98D6D3294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9314" y="3294724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B11B3948-183C-8F96-A0B5-78AE69A4B610}"/>
              </a:ext>
            </a:extLst>
          </p:cNvPr>
          <p:cNvSpPr/>
          <p:nvPr/>
        </p:nvSpPr>
        <p:spPr>
          <a:xfrm>
            <a:off x="7382632" y="546148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8F6327D-13FC-A0B8-40A6-3DC5918E438C}"/>
                  </a:ext>
                </a:extLst>
              </p:cNvPr>
              <p:cNvSpPr txBox="1"/>
              <p:nvPr/>
            </p:nvSpPr>
            <p:spPr>
              <a:xfrm>
                <a:off x="6995811" y="1214885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8F6327D-13FC-A0B8-40A6-3DC5918E4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811" y="1214885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직사각형 27">
            <a:extLst>
              <a:ext uri="{FF2B5EF4-FFF2-40B4-BE49-F238E27FC236}">
                <a16:creationId xmlns:a16="http://schemas.microsoft.com/office/drawing/2014/main" id="{F4515756-D97C-1083-60F2-2EDD4B87DB64}"/>
              </a:ext>
            </a:extLst>
          </p:cNvPr>
          <p:cNvSpPr/>
          <p:nvPr/>
        </p:nvSpPr>
        <p:spPr>
          <a:xfrm rot="16200000">
            <a:off x="2938504" y="2504649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02F683-FB21-180E-213A-200080E17CBF}"/>
              </a:ext>
            </a:extLst>
          </p:cNvPr>
          <p:cNvSpPr txBox="1"/>
          <p:nvPr/>
        </p:nvSpPr>
        <p:spPr>
          <a:xfrm>
            <a:off x="9428049" y="3202270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/>
              <a:t>A</a:t>
            </a:r>
            <a:r>
              <a:rPr lang="ko-KR" altLang="en-US" sz="1100" dirty="0"/>
              <a:t>의 효용수준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8BEC83-9D9B-6E59-3D71-CD3AA26791EF}"/>
              </a:ext>
            </a:extLst>
          </p:cNvPr>
          <p:cNvSpPr txBox="1"/>
          <p:nvPr/>
        </p:nvSpPr>
        <p:spPr>
          <a:xfrm>
            <a:off x="90204" y="207594"/>
            <a:ext cx="56324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79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3-4 </a:t>
            </a:r>
            <a:r>
              <a:rPr lang="ko-KR" altLang="en-US" sz="1600" dirty="0" err="1"/>
              <a:t>스키토브스키기준의</a:t>
            </a:r>
            <a:r>
              <a:rPr lang="ko-KR" altLang="en-US" sz="1600" dirty="0"/>
              <a:t> 예시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DEB57F-1F50-1F8B-03FE-BD72C76D0144}"/>
                  </a:ext>
                </a:extLst>
              </p:cNvPr>
              <p:cNvSpPr txBox="1"/>
              <p:nvPr/>
            </p:nvSpPr>
            <p:spPr>
              <a:xfrm>
                <a:off x="9090098" y="3307972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DEB57F-1F50-1F8B-03FE-BD72C76D0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0098" y="3307972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B142BF3-94FB-FA9E-D0B7-C0D710CFD37C}"/>
              </a:ext>
            </a:extLst>
          </p:cNvPr>
          <p:cNvSpPr txBox="1"/>
          <p:nvPr/>
        </p:nvSpPr>
        <p:spPr>
          <a:xfrm>
            <a:off x="7047801" y="975700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/>
              <a:t>B</a:t>
            </a:r>
            <a:r>
              <a:rPr lang="ko-KR" altLang="en-US" sz="1100" dirty="0"/>
              <a:t>의 효용수준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5351D57-8F8E-19BC-3964-93458A116FDE}"/>
              </a:ext>
            </a:extLst>
          </p:cNvPr>
          <p:cNvCxnSpPr>
            <a:cxnSpLocks/>
          </p:cNvCxnSpPr>
          <p:nvPr/>
        </p:nvCxnSpPr>
        <p:spPr>
          <a:xfrm>
            <a:off x="8196300" y="255878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84DC222A-D69E-A1E5-FF24-CC894B714A04}"/>
              </a:ext>
            </a:extLst>
          </p:cNvPr>
          <p:cNvCxnSpPr>
            <a:cxnSpLocks/>
          </p:cNvCxnSpPr>
          <p:nvPr/>
        </p:nvCxnSpPr>
        <p:spPr>
          <a:xfrm rot="16200000">
            <a:off x="7802338" y="217778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B298F92-09D1-69B7-DCC4-32AC046D7403}"/>
              </a:ext>
            </a:extLst>
          </p:cNvPr>
          <p:cNvCxnSpPr>
            <a:cxnSpLocks/>
          </p:cNvCxnSpPr>
          <p:nvPr/>
        </p:nvCxnSpPr>
        <p:spPr>
          <a:xfrm>
            <a:off x="8196300" y="177543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6C42393-8A25-CA5B-869F-C6554B98B4A8}"/>
              </a:ext>
            </a:extLst>
          </p:cNvPr>
          <p:cNvCxnSpPr>
            <a:cxnSpLocks/>
          </p:cNvCxnSpPr>
          <p:nvPr/>
        </p:nvCxnSpPr>
        <p:spPr>
          <a:xfrm rot="16200000">
            <a:off x="8592300" y="217778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45C13BC-66E3-664C-856C-456BBA5CE251}"/>
                  </a:ext>
                </a:extLst>
              </p:cNvPr>
              <p:cNvSpPr txBox="1"/>
              <p:nvPr/>
            </p:nvSpPr>
            <p:spPr>
              <a:xfrm>
                <a:off x="7975508" y="3307972"/>
                <a:ext cx="494030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45C13BC-66E3-664C-856C-456BBA5CE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508" y="3307972"/>
                <a:ext cx="494030" cy="3317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98E94E-7908-21EF-C410-F7F412F2C773}"/>
                  </a:ext>
                </a:extLst>
              </p:cNvPr>
              <p:cNvSpPr txBox="1"/>
              <p:nvPr/>
            </p:nvSpPr>
            <p:spPr>
              <a:xfrm>
                <a:off x="6995811" y="2376761"/>
                <a:ext cx="494030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98E94E-7908-21EF-C410-F7F412F2C7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811" y="2376761"/>
                <a:ext cx="494030" cy="3317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타원 11">
            <a:extLst>
              <a:ext uri="{FF2B5EF4-FFF2-40B4-BE49-F238E27FC236}">
                <a16:creationId xmlns:a16="http://schemas.microsoft.com/office/drawing/2014/main" id="{CFB97F71-D031-0CA5-D595-62FD61433BBF}"/>
              </a:ext>
            </a:extLst>
          </p:cNvPr>
          <p:cNvSpPr/>
          <p:nvPr/>
        </p:nvSpPr>
        <p:spPr>
          <a:xfrm>
            <a:off x="8583968" y="2145781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5AC1025-2311-4810-CD42-CA7D0F49CF16}"/>
              </a:ext>
            </a:extLst>
          </p:cNvPr>
          <p:cNvSpPr/>
          <p:nvPr/>
        </p:nvSpPr>
        <p:spPr>
          <a:xfrm>
            <a:off x="8710708" y="2548548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1A855B47-3980-F642-A325-A732A188B6BB}"/>
              </a:ext>
            </a:extLst>
          </p:cNvPr>
          <p:cNvSpPr/>
          <p:nvPr/>
        </p:nvSpPr>
        <p:spPr>
          <a:xfrm>
            <a:off x="8584722" y="3000336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8C9DDC25-667B-63A9-F0D5-A50DB8BB39CA}"/>
              </a:ext>
            </a:extLst>
          </p:cNvPr>
          <p:cNvCxnSpPr>
            <a:cxnSpLocks/>
            <a:endCxn id="12" idx="3"/>
          </p:cNvCxnSpPr>
          <p:nvPr/>
        </p:nvCxnSpPr>
        <p:spPr>
          <a:xfrm flipV="1">
            <a:off x="8196300" y="2184805"/>
            <a:ext cx="394364" cy="388984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F623997-AF9F-3D4B-FE21-1DFA655B82E9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8194263" y="2569027"/>
            <a:ext cx="516445" cy="2381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0A7A31E6-20B9-E7E9-2C02-C7B6053D03E7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8194263" y="2572996"/>
            <a:ext cx="397155" cy="434036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A0A1977-D046-58EE-69BB-2DB7A57B441F}"/>
                  </a:ext>
                </a:extLst>
              </p:cNvPr>
              <p:cNvSpPr txBox="1"/>
              <p:nvPr/>
            </p:nvSpPr>
            <p:spPr>
              <a:xfrm>
                <a:off x="8501952" y="1894089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A0A1977-D046-58EE-69BB-2DB7A57B44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952" y="1894089"/>
                <a:ext cx="494030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7F7A8A9-F12A-0F51-572F-2D169D2392EC}"/>
                  </a:ext>
                </a:extLst>
              </p:cNvPr>
              <p:cNvSpPr txBox="1"/>
              <p:nvPr/>
            </p:nvSpPr>
            <p:spPr>
              <a:xfrm>
                <a:off x="8616519" y="2320635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7F7A8A9-F12A-0F51-572F-2D169D239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519" y="2320635"/>
                <a:ext cx="494030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직사각형 41">
            <a:extLst>
              <a:ext uri="{FF2B5EF4-FFF2-40B4-BE49-F238E27FC236}">
                <a16:creationId xmlns:a16="http://schemas.microsoft.com/office/drawing/2014/main" id="{C82AC51C-C06E-4300-B3AE-7BF73020E509}"/>
              </a:ext>
            </a:extLst>
          </p:cNvPr>
          <p:cNvSpPr/>
          <p:nvPr/>
        </p:nvSpPr>
        <p:spPr>
          <a:xfrm>
            <a:off x="8203573" y="1652246"/>
            <a:ext cx="914400" cy="914400"/>
          </a:xfrm>
          <a:prstGeom prst="rect">
            <a:avLst/>
          </a:prstGeom>
          <a:solidFill>
            <a:srgbClr val="FFFF00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0373CDB0-59CB-214B-1CC6-8C77FD46AF73}"/>
              </a:ext>
            </a:extLst>
          </p:cNvPr>
          <p:cNvSpPr/>
          <p:nvPr/>
        </p:nvSpPr>
        <p:spPr>
          <a:xfrm>
            <a:off x="2393813" y="19066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0DCBEFD6-0ED2-DFF7-2358-EA34B4587603}"/>
              </a:ext>
            </a:extLst>
          </p:cNvPr>
          <p:cNvSpPr/>
          <p:nvPr/>
        </p:nvSpPr>
        <p:spPr>
          <a:xfrm>
            <a:off x="1331477" y="2387401"/>
            <a:ext cx="4809368" cy="10064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62726CD-A4CA-DFC1-FF87-7DC3B013378B}"/>
                  </a:ext>
                </a:extLst>
              </p:cNvPr>
              <p:cNvSpPr txBox="1"/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62726CD-A4CA-DFC1-FF87-7DC3B01337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직사각형 50">
            <a:extLst>
              <a:ext uri="{FF2B5EF4-FFF2-40B4-BE49-F238E27FC236}">
                <a16:creationId xmlns:a16="http://schemas.microsoft.com/office/drawing/2014/main" id="{8CEAE39A-BFEB-5314-6E10-BE564F79D3F3}"/>
              </a:ext>
            </a:extLst>
          </p:cNvPr>
          <p:cNvSpPr/>
          <p:nvPr/>
        </p:nvSpPr>
        <p:spPr>
          <a:xfrm>
            <a:off x="2370107" y="190034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4316531-2418-520A-4BC7-9EB523FBE63A}"/>
                  </a:ext>
                </a:extLst>
              </p:cNvPr>
              <p:cNvSpPr txBox="1"/>
              <p:nvPr/>
            </p:nvSpPr>
            <p:spPr>
              <a:xfrm>
                <a:off x="2134945" y="309989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4316531-2418-520A-4BC7-9EB523FBE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4945" y="3099894"/>
                <a:ext cx="494030" cy="31181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직사각형 53">
            <a:extLst>
              <a:ext uri="{FF2B5EF4-FFF2-40B4-BE49-F238E27FC236}">
                <a16:creationId xmlns:a16="http://schemas.microsoft.com/office/drawing/2014/main" id="{3C85CA47-B9A4-F330-31C9-E2B39D73C16D}"/>
              </a:ext>
            </a:extLst>
          </p:cNvPr>
          <p:cNvSpPr/>
          <p:nvPr/>
        </p:nvSpPr>
        <p:spPr>
          <a:xfrm rot="16200000">
            <a:off x="2501506" y="2547328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C86B77D-8BF1-9202-D821-16F3A85589B5}"/>
                  </a:ext>
                </a:extLst>
              </p:cNvPr>
              <p:cNvSpPr txBox="1"/>
              <p:nvPr/>
            </p:nvSpPr>
            <p:spPr>
              <a:xfrm>
                <a:off x="3840697" y="4540653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C86B77D-8BF1-9202-D821-16F3A85589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697" y="4540653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TextBox 57">
            <a:extLst>
              <a:ext uri="{FF2B5EF4-FFF2-40B4-BE49-F238E27FC236}">
                <a16:creationId xmlns:a16="http://schemas.microsoft.com/office/drawing/2014/main" id="{D5BF68AF-6ABB-E038-A075-3E06AB9CF0EF}"/>
              </a:ext>
            </a:extLst>
          </p:cNvPr>
          <p:cNvSpPr txBox="1"/>
          <p:nvPr/>
        </p:nvSpPr>
        <p:spPr>
          <a:xfrm>
            <a:off x="186621" y="1237310"/>
            <a:ext cx="17766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효용가능 경계</a:t>
            </a:r>
            <a:endParaRPr lang="en-US" altLang="ko-KR" sz="1100" dirty="0"/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6744649B-D008-4F7F-394B-65A1F0DCF8A2}"/>
              </a:ext>
            </a:extLst>
          </p:cNvPr>
          <p:cNvCxnSpPr>
            <a:cxnSpLocks/>
            <a:stCxn id="64" idx="5"/>
            <a:endCxn id="69" idx="2"/>
          </p:cNvCxnSpPr>
          <p:nvPr/>
        </p:nvCxnSpPr>
        <p:spPr>
          <a:xfrm>
            <a:off x="709997" y="2111708"/>
            <a:ext cx="725966" cy="258613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47B4F67-EBA5-F1EA-367E-3B0DA3CBAD89}"/>
                  </a:ext>
                </a:extLst>
              </p:cNvPr>
              <p:cNvSpPr txBox="1"/>
              <p:nvPr/>
            </p:nvSpPr>
            <p:spPr>
              <a:xfrm>
                <a:off x="379726" y="1874295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47B4F67-EBA5-F1EA-367E-3B0DA3CBA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726" y="1874295"/>
                <a:ext cx="494030" cy="31181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타원 63">
            <a:extLst>
              <a:ext uri="{FF2B5EF4-FFF2-40B4-BE49-F238E27FC236}">
                <a16:creationId xmlns:a16="http://schemas.microsoft.com/office/drawing/2014/main" id="{B29E7F50-544A-0AF1-DE85-CB83F0A7FDA5}"/>
              </a:ext>
            </a:extLst>
          </p:cNvPr>
          <p:cNvSpPr/>
          <p:nvPr/>
        </p:nvSpPr>
        <p:spPr>
          <a:xfrm>
            <a:off x="670973" y="2072684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8DEA9EA-A126-1E3A-7C1A-88B31E91B833}"/>
                  </a:ext>
                </a:extLst>
              </p:cNvPr>
              <p:cNvSpPr txBox="1"/>
              <p:nvPr/>
            </p:nvSpPr>
            <p:spPr>
              <a:xfrm>
                <a:off x="1171971" y="1875081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8DEA9EA-A126-1E3A-7C1A-88B31E91B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971" y="1875081"/>
                <a:ext cx="494030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타원 66">
            <a:extLst>
              <a:ext uri="{FF2B5EF4-FFF2-40B4-BE49-F238E27FC236}">
                <a16:creationId xmlns:a16="http://schemas.microsoft.com/office/drawing/2014/main" id="{2EB8437E-EB00-A0CC-71C6-6C8FCA0382EE}"/>
              </a:ext>
            </a:extLst>
          </p:cNvPr>
          <p:cNvSpPr/>
          <p:nvPr/>
        </p:nvSpPr>
        <p:spPr>
          <a:xfrm>
            <a:off x="1241583" y="2072684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561EE01-3E71-2BCF-E0D8-0163FF4D2E76}"/>
                  </a:ext>
                </a:extLst>
              </p:cNvPr>
              <p:cNvSpPr txBox="1"/>
              <p:nvPr/>
            </p:nvSpPr>
            <p:spPr>
              <a:xfrm>
                <a:off x="1366351" y="2149858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561EE01-3E71-2BCF-E0D8-0163FF4D2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351" y="2149858"/>
                <a:ext cx="494030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타원 68">
            <a:extLst>
              <a:ext uri="{FF2B5EF4-FFF2-40B4-BE49-F238E27FC236}">
                <a16:creationId xmlns:a16="http://schemas.microsoft.com/office/drawing/2014/main" id="{F7D553B6-FBAE-FE27-C185-1878DDE82382}"/>
              </a:ext>
            </a:extLst>
          </p:cNvPr>
          <p:cNvSpPr/>
          <p:nvPr/>
        </p:nvSpPr>
        <p:spPr>
          <a:xfrm>
            <a:off x="1435963" y="2347461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7CD662B-29C8-5DA2-4321-F1D989A4D383}"/>
              </a:ext>
            </a:extLst>
          </p:cNvPr>
          <p:cNvCxnSpPr>
            <a:cxnSpLocks/>
          </p:cNvCxnSpPr>
          <p:nvPr/>
        </p:nvCxnSpPr>
        <p:spPr>
          <a:xfrm>
            <a:off x="716693" y="2095544"/>
            <a:ext cx="524890" cy="0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원호 9">
            <a:extLst>
              <a:ext uri="{FF2B5EF4-FFF2-40B4-BE49-F238E27FC236}">
                <a16:creationId xmlns:a16="http://schemas.microsoft.com/office/drawing/2014/main" id="{45CEF0B7-293D-40A8-9260-C7EFB1095574}"/>
              </a:ext>
            </a:extLst>
          </p:cNvPr>
          <p:cNvSpPr/>
          <p:nvPr/>
        </p:nvSpPr>
        <p:spPr>
          <a:xfrm>
            <a:off x="814508" y="4018266"/>
            <a:ext cx="2950969" cy="1596373"/>
          </a:xfrm>
          <a:prstGeom prst="arc">
            <a:avLst>
              <a:gd name="adj1" fmla="val 16669745"/>
              <a:gd name="adj2" fmla="val 21328616"/>
            </a:avLst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원호 17">
            <a:extLst>
              <a:ext uri="{FF2B5EF4-FFF2-40B4-BE49-F238E27FC236}">
                <a16:creationId xmlns:a16="http://schemas.microsoft.com/office/drawing/2014/main" id="{2B5A213B-2EF2-545A-082A-CD773C73FF5E}"/>
              </a:ext>
            </a:extLst>
          </p:cNvPr>
          <p:cNvSpPr/>
          <p:nvPr/>
        </p:nvSpPr>
        <p:spPr>
          <a:xfrm>
            <a:off x="1444488" y="3645090"/>
            <a:ext cx="1792659" cy="2288181"/>
          </a:xfrm>
          <a:prstGeom prst="arc">
            <a:avLst>
              <a:gd name="adj1" fmla="val 16373088"/>
              <a:gd name="adj2" fmla="val 21245888"/>
            </a:avLst>
          </a:prstGeom>
          <a:ln>
            <a:solidFill>
              <a:srgbClr val="FFC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2C8DC6C1-8438-FED1-3613-CADF9711BC8A}"/>
              </a:ext>
            </a:extLst>
          </p:cNvPr>
          <p:cNvSpPr/>
          <p:nvPr/>
        </p:nvSpPr>
        <p:spPr>
          <a:xfrm>
            <a:off x="3127801" y="4275679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0B7971D-8040-DC40-6625-4AFEE4ADDC40}"/>
                  </a:ext>
                </a:extLst>
              </p:cNvPr>
              <p:cNvSpPr txBox="1"/>
              <p:nvPr/>
            </p:nvSpPr>
            <p:spPr>
              <a:xfrm>
                <a:off x="2934535" y="4257264"/>
                <a:ext cx="23618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1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0B7971D-8040-DC40-6625-4AFEE4ADD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35" y="4257264"/>
                <a:ext cx="236185" cy="261610"/>
              </a:xfrm>
              <a:prstGeom prst="rect">
                <a:avLst/>
              </a:prstGeom>
              <a:blipFill>
                <a:blip r:embed="rId15"/>
                <a:stretch>
                  <a:fillRect r="-51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D59C59-EDB7-522F-7928-787271F5D251}"/>
                  </a:ext>
                </a:extLst>
              </p:cNvPr>
              <p:cNvSpPr txBox="1"/>
              <p:nvPr/>
            </p:nvSpPr>
            <p:spPr>
              <a:xfrm>
                <a:off x="2482084" y="4011725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D59C59-EDB7-522F-7928-787271F5D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2084" y="4011725"/>
                <a:ext cx="494030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915644B-C31A-81EA-8527-3E7AF732EEBA}"/>
              </a:ext>
            </a:extLst>
          </p:cNvPr>
          <p:cNvCxnSpPr>
            <a:cxnSpLocks/>
            <a:stCxn id="40" idx="5"/>
            <a:endCxn id="20" idx="2"/>
          </p:cNvCxnSpPr>
          <p:nvPr/>
        </p:nvCxnSpPr>
        <p:spPr>
          <a:xfrm>
            <a:off x="2801447" y="4074561"/>
            <a:ext cx="326354" cy="223978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타원 39">
            <a:extLst>
              <a:ext uri="{FF2B5EF4-FFF2-40B4-BE49-F238E27FC236}">
                <a16:creationId xmlns:a16="http://schemas.microsoft.com/office/drawing/2014/main" id="{CA8F7681-A1A6-0904-F4FD-C775FDF0A14F}"/>
              </a:ext>
            </a:extLst>
          </p:cNvPr>
          <p:cNvSpPr/>
          <p:nvPr/>
        </p:nvSpPr>
        <p:spPr>
          <a:xfrm>
            <a:off x="2762423" y="4035537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8B85FD8-E822-8E20-7D00-26C10AF45403}"/>
                  </a:ext>
                </a:extLst>
              </p:cNvPr>
              <p:cNvSpPr txBox="1"/>
              <p:nvPr/>
            </p:nvSpPr>
            <p:spPr>
              <a:xfrm>
                <a:off x="3376312" y="4124776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𝑈𝑃𝐹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8B85FD8-E822-8E20-7D00-26C10AF454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6312" y="4124776"/>
                <a:ext cx="494030" cy="2616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82F354A-06AE-4077-03C5-47EC53A7F67F}"/>
                  </a:ext>
                </a:extLst>
              </p:cNvPr>
              <p:cNvSpPr txBox="1"/>
              <p:nvPr/>
            </p:nvSpPr>
            <p:spPr>
              <a:xfrm>
                <a:off x="2649724" y="3539487"/>
                <a:ext cx="447408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1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𝑈𝑃𝐹</m:t>
                          </m:r>
                        </m:e>
                        <m:sup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82F354A-06AE-4077-03C5-47EC53A7F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9724" y="3539487"/>
                <a:ext cx="447408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4582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8768-C24F-2E36-EDD1-0BF036AE7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4D474FF0-2201-BB1D-0316-A74B6B4E3E7F}"/>
              </a:ext>
            </a:extLst>
          </p:cNvPr>
          <p:cNvSpPr/>
          <p:nvPr/>
        </p:nvSpPr>
        <p:spPr>
          <a:xfrm rot="16200000">
            <a:off x="1480822" y="2638494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2D9FBE-DF70-EDF7-83E7-A881C1D75BEF}"/>
              </a:ext>
            </a:extLst>
          </p:cNvPr>
          <p:cNvSpPr txBox="1"/>
          <p:nvPr/>
        </p:nvSpPr>
        <p:spPr>
          <a:xfrm>
            <a:off x="90204" y="207594"/>
            <a:ext cx="56324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82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3-5 </a:t>
            </a:r>
            <a:r>
              <a:rPr lang="ko-KR" altLang="en-US" sz="1600" dirty="0" err="1"/>
              <a:t>사회무차별곡선의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여러모양</a:t>
            </a:r>
            <a:endParaRPr lang="ko-KR" altLang="en-US" sz="16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92CECBFF-32E8-3EA3-5BA7-7E6E520C63F6}"/>
              </a:ext>
            </a:extLst>
          </p:cNvPr>
          <p:cNvSpPr/>
          <p:nvPr/>
        </p:nvSpPr>
        <p:spPr>
          <a:xfrm>
            <a:off x="1193306" y="2040537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5076A7D3-6371-DC2A-3806-13353B773D70}"/>
              </a:ext>
            </a:extLst>
          </p:cNvPr>
          <p:cNvSpPr/>
          <p:nvPr/>
        </p:nvSpPr>
        <p:spPr>
          <a:xfrm>
            <a:off x="130969" y="1909285"/>
            <a:ext cx="4957875" cy="16184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62A203E-FFF9-CD2E-6CBE-77BE6CCE5AAD}"/>
                  </a:ext>
                </a:extLst>
              </p:cNvPr>
              <p:cNvSpPr txBox="1"/>
              <p:nvPr/>
            </p:nvSpPr>
            <p:spPr>
              <a:xfrm>
                <a:off x="866282" y="4782763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62A203E-FFF9-CD2E-6CBE-77BE6CCE5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82" y="4782763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직사각형 50">
            <a:extLst>
              <a:ext uri="{FF2B5EF4-FFF2-40B4-BE49-F238E27FC236}">
                <a16:creationId xmlns:a16="http://schemas.microsoft.com/office/drawing/2014/main" id="{5B4F3103-0918-A3F8-C1D4-D85974621269}"/>
              </a:ext>
            </a:extLst>
          </p:cNvPr>
          <p:cNvSpPr/>
          <p:nvPr/>
        </p:nvSpPr>
        <p:spPr>
          <a:xfrm>
            <a:off x="1169600" y="2034187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2A35038-1A53-464F-959A-286D76E794F7}"/>
                  </a:ext>
                </a:extLst>
              </p:cNvPr>
              <p:cNvSpPr txBox="1"/>
              <p:nvPr/>
            </p:nvSpPr>
            <p:spPr>
              <a:xfrm>
                <a:off x="934438" y="323373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2A35038-1A53-464F-959A-286D76E79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438" y="3233739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직사각형 53">
            <a:extLst>
              <a:ext uri="{FF2B5EF4-FFF2-40B4-BE49-F238E27FC236}">
                <a16:creationId xmlns:a16="http://schemas.microsoft.com/office/drawing/2014/main" id="{E49B3D9E-2832-E414-0CCC-61DF91DB540A}"/>
              </a:ext>
            </a:extLst>
          </p:cNvPr>
          <p:cNvSpPr/>
          <p:nvPr/>
        </p:nvSpPr>
        <p:spPr>
          <a:xfrm rot="16200000">
            <a:off x="1457531" y="2414182"/>
            <a:ext cx="4809368" cy="2496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E84E90F-A0C6-9780-FC75-2F9E8E263642}"/>
                  </a:ext>
                </a:extLst>
              </p:cNvPr>
              <p:cNvSpPr txBox="1"/>
              <p:nvPr/>
            </p:nvSpPr>
            <p:spPr>
              <a:xfrm>
                <a:off x="2640190" y="467449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E84E90F-A0C6-9780-FC75-2F9E8E263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0190" y="4674498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7DB11C0-8739-0B87-6213-1F717FE2E54D}"/>
                  </a:ext>
                </a:extLst>
              </p:cNvPr>
              <p:cNvSpPr txBox="1"/>
              <p:nvPr/>
            </p:nvSpPr>
            <p:spPr>
              <a:xfrm>
                <a:off x="1634808" y="348399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𝑆𝐼𝐶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7DB11C0-8739-0B87-6213-1F717FE2E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4808" y="3483998"/>
                <a:ext cx="494030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8394F44-E2BD-40E7-61B1-C2D711CB9DE3}"/>
              </a:ext>
            </a:extLst>
          </p:cNvPr>
          <p:cNvCxnSpPr>
            <a:cxnSpLocks/>
          </p:cNvCxnSpPr>
          <p:nvPr/>
        </p:nvCxnSpPr>
        <p:spPr>
          <a:xfrm>
            <a:off x="1198068" y="3897312"/>
            <a:ext cx="930770" cy="939341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5969E65-DC26-8415-53A6-15F7E6C34EFB}"/>
              </a:ext>
            </a:extLst>
          </p:cNvPr>
          <p:cNvSpPr txBox="1"/>
          <p:nvPr/>
        </p:nvSpPr>
        <p:spPr>
          <a:xfrm>
            <a:off x="1402257" y="3920585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기울기 </a:t>
            </a:r>
            <a:r>
              <a:rPr lang="en-US" altLang="ko-KR" sz="1100" dirty="0"/>
              <a:t>= -1</a:t>
            </a:r>
            <a:endParaRPr lang="ko-KR" altLang="en-US" sz="1100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EB949F39-DA23-0247-AC57-86F314F2ADED}"/>
              </a:ext>
            </a:extLst>
          </p:cNvPr>
          <p:cNvSpPr/>
          <p:nvPr/>
        </p:nvSpPr>
        <p:spPr>
          <a:xfrm rot="16200000">
            <a:off x="4841393" y="2638494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086F3EB-4D94-7D2D-DA6E-132FA72E02C0}"/>
              </a:ext>
            </a:extLst>
          </p:cNvPr>
          <p:cNvSpPr/>
          <p:nvPr/>
        </p:nvSpPr>
        <p:spPr>
          <a:xfrm>
            <a:off x="4034262" y="2049524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E3D33C76-0168-D336-791D-F4920CB111F4}"/>
              </a:ext>
            </a:extLst>
          </p:cNvPr>
          <p:cNvSpPr/>
          <p:nvPr/>
        </p:nvSpPr>
        <p:spPr>
          <a:xfrm>
            <a:off x="3234365" y="1909285"/>
            <a:ext cx="4957875" cy="16184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EFBCA48-DA68-5168-90CB-AE24EC7DFC9F}"/>
                  </a:ext>
                </a:extLst>
              </p:cNvPr>
              <p:cNvSpPr txBox="1"/>
              <p:nvPr/>
            </p:nvSpPr>
            <p:spPr>
              <a:xfrm>
                <a:off x="3712503" y="4782763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EFBCA48-DA68-5168-90CB-AE24EC7DF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2503" y="4782763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직사각형 56">
            <a:extLst>
              <a:ext uri="{FF2B5EF4-FFF2-40B4-BE49-F238E27FC236}">
                <a16:creationId xmlns:a16="http://schemas.microsoft.com/office/drawing/2014/main" id="{7BAEDA6A-B7CC-457C-0F4B-FF5C19EE6177}"/>
              </a:ext>
            </a:extLst>
          </p:cNvPr>
          <p:cNvSpPr/>
          <p:nvPr/>
        </p:nvSpPr>
        <p:spPr>
          <a:xfrm>
            <a:off x="4272996" y="2034187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D67E716-270A-0C5D-4D73-1252A773D04D}"/>
                  </a:ext>
                </a:extLst>
              </p:cNvPr>
              <p:cNvSpPr txBox="1"/>
              <p:nvPr/>
            </p:nvSpPr>
            <p:spPr>
              <a:xfrm>
                <a:off x="3780659" y="323373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D67E716-270A-0C5D-4D73-1252A773D0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659" y="3233739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직사각형 59">
            <a:extLst>
              <a:ext uri="{FF2B5EF4-FFF2-40B4-BE49-F238E27FC236}">
                <a16:creationId xmlns:a16="http://schemas.microsoft.com/office/drawing/2014/main" id="{8B4F329B-F3A9-5746-63BB-615C4EECD5C3}"/>
              </a:ext>
            </a:extLst>
          </p:cNvPr>
          <p:cNvSpPr/>
          <p:nvPr/>
        </p:nvSpPr>
        <p:spPr>
          <a:xfrm rot="16200000">
            <a:off x="4503777" y="2414182"/>
            <a:ext cx="4809368" cy="2496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2EE085E-CF7F-B2D5-391C-F6FB3E20BC71}"/>
                  </a:ext>
                </a:extLst>
              </p:cNvPr>
              <p:cNvSpPr txBox="1"/>
              <p:nvPr/>
            </p:nvSpPr>
            <p:spPr>
              <a:xfrm>
                <a:off x="5762636" y="467449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2EE085E-CF7F-B2D5-391C-F6FB3E20B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2636" y="4674498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2E2A43B-E5D6-5246-8D65-AE60178ADBA4}"/>
                  </a:ext>
                </a:extLst>
              </p:cNvPr>
              <p:cNvSpPr txBox="1"/>
              <p:nvPr/>
            </p:nvSpPr>
            <p:spPr>
              <a:xfrm>
                <a:off x="4192531" y="3707755"/>
                <a:ext cx="113596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기울기 </a:t>
                </a:r>
                <a:r>
                  <a:rPr lang="en-US" altLang="ko-KR" sz="1100" dirty="0"/>
                  <a:t>= -2)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2E2A43B-E5D6-5246-8D65-AE60178ADB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2531" y="3707755"/>
                <a:ext cx="1135965" cy="261610"/>
              </a:xfrm>
              <a:prstGeom prst="rect">
                <a:avLst/>
              </a:prstGeom>
              <a:blipFill>
                <a:blip r:embed="rId7"/>
                <a:stretch>
                  <a:fillRect t="-2326" r="-32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TextBox 70">
            <a:extLst>
              <a:ext uri="{FF2B5EF4-FFF2-40B4-BE49-F238E27FC236}">
                <a16:creationId xmlns:a16="http://schemas.microsoft.com/office/drawing/2014/main" id="{3115606D-4B3C-A8AD-3557-FC31FC449E7C}"/>
              </a:ext>
            </a:extLst>
          </p:cNvPr>
          <p:cNvSpPr txBox="1"/>
          <p:nvPr/>
        </p:nvSpPr>
        <p:spPr>
          <a:xfrm>
            <a:off x="4408893" y="1750255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기울기 </a:t>
            </a:r>
            <a:r>
              <a:rPr lang="en-US" altLang="ko-KR" sz="1100" dirty="0"/>
              <a:t>= -1</a:t>
            </a:r>
            <a:endParaRPr lang="ko-KR" altLang="en-US" sz="1100" dirty="0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1FA8608F-8D0A-6AE9-6187-456DD2B16D80}"/>
              </a:ext>
            </a:extLst>
          </p:cNvPr>
          <p:cNvSpPr/>
          <p:nvPr/>
        </p:nvSpPr>
        <p:spPr>
          <a:xfrm>
            <a:off x="7317248" y="2040537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4A543247-47B2-A817-8A81-3F34AFD328FA}"/>
              </a:ext>
            </a:extLst>
          </p:cNvPr>
          <p:cNvSpPr/>
          <p:nvPr/>
        </p:nvSpPr>
        <p:spPr>
          <a:xfrm>
            <a:off x="6254911" y="1909285"/>
            <a:ext cx="4957875" cy="16184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60AB812D-546E-EB02-18BF-6545AD49E21C}"/>
              </a:ext>
            </a:extLst>
          </p:cNvPr>
          <p:cNvSpPr/>
          <p:nvPr/>
        </p:nvSpPr>
        <p:spPr>
          <a:xfrm>
            <a:off x="7254648" y="2034187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FCF37ECA-946C-80D4-E76F-0D9FA1AC784D}"/>
                  </a:ext>
                </a:extLst>
              </p:cNvPr>
              <p:cNvSpPr txBox="1"/>
              <p:nvPr/>
            </p:nvSpPr>
            <p:spPr>
              <a:xfrm>
                <a:off x="7058380" y="323373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FCF37ECA-946C-80D4-E76F-0D9FA1AC7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8380" y="3233739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06389880-7362-88CC-FB9D-51E98F381D11}"/>
                  </a:ext>
                </a:extLst>
              </p:cNvPr>
              <p:cNvSpPr txBox="1"/>
              <p:nvPr/>
            </p:nvSpPr>
            <p:spPr>
              <a:xfrm>
                <a:off x="7494244" y="3224243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𝑆𝐼𝐶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06389880-7362-88CC-FB9D-51E98F381D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4244" y="3224243"/>
                <a:ext cx="494030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원호 83">
            <a:extLst>
              <a:ext uri="{FF2B5EF4-FFF2-40B4-BE49-F238E27FC236}">
                <a16:creationId xmlns:a16="http://schemas.microsoft.com/office/drawing/2014/main" id="{38F4290E-EC11-AB35-D9E0-EBE60DAAAEC1}"/>
              </a:ext>
            </a:extLst>
          </p:cNvPr>
          <p:cNvSpPr/>
          <p:nvPr/>
        </p:nvSpPr>
        <p:spPr>
          <a:xfrm rot="16486116">
            <a:off x="4151297" y="1737452"/>
            <a:ext cx="2881034" cy="3080151"/>
          </a:xfrm>
          <a:prstGeom prst="arc">
            <a:avLst>
              <a:gd name="adj1" fmla="val 11184270"/>
              <a:gd name="adj2" fmla="val 14828963"/>
            </a:avLst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EC1CDCAE-7D41-0E9A-5D20-583AB60A4722}"/>
                  </a:ext>
                </a:extLst>
              </p:cNvPr>
              <p:cNvSpPr txBox="1"/>
              <p:nvPr/>
            </p:nvSpPr>
            <p:spPr>
              <a:xfrm>
                <a:off x="4542326" y="4088543"/>
                <a:ext cx="1135965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기울기 </a:t>
                </a:r>
                <a:r>
                  <a:rPr lang="en-US" altLang="ko-KR" sz="1100" dirty="0"/>
                  <a:t>= -1)</a:t>
                </a:r>
                <a:endParaRPr lang="ko-KR" altLang="en-US" sz="1100" dirty="0"/>
              </a:p>
              <a:p>
                <a:endParaRPr lang="ko-KR" altLang="en-US" sz="11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EC1CDCAE-7D41-0E9A-5D20-583AB60A47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2326" y="4088543"/>
                <a:ext cx="1135965" cy="430887"/>
              </a:xfrm>
              <a:prstGeom prst="rect">
                <a:avLst/>
              </a:prstGeom>
              <a:blipFill>
                <a:blip r:embed="rId9"/>
                <a:stretch>
                  <a:fillRect t="-1429" r="-37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10E77028-259D-FCDE-4E0A-7254BF25A736}"/>
                  </a:ext>
                </a:extLst>
              </p:cNvPr>
              <p:cNvSpPr txBox="1"/>
              <p:nvPr/>
            </p:nvSpPr>
            <p:spPr>
              <a:xfrm>
                <a:off x="4958855" y="4313364"/>
                <a:ext cx="1472246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sz="1100" dirty="0"/>
                  <a:t> 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기울기 </a:t>
                </a:r>
                <a:r>
                  <a:rPr lang="en-US" altLang="ko-KR" sz="1100" dirty="0"/>
                  <a:t>= -1/3)</a:t>
                </a:r>
                <a:endParaRPr lang="ko-KR" altLang="en-US" sz="1100" dirty="0"/>
              </a:p>
              <a:p>
                <a:endParaRPr lang="ko-KR" altLang="en-US" sz="11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10E77028-259D-FCDE-4E0A-7254BF25A7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8855" y="4313364"/>
                <a:ext cx="1472246" cy="430887"/>
              </a:xfrm>
              <a:prstGeom prst="rect">
                <a:avLst/>
              </a:prstGeom>
              <a:blipFill>
                <a:blip r:embed="rId10"/>
                <a:stretch>
                  <a:fillRect t="-14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31155539-BCE3-88D2-A372-B3E9066D3949}"/>
                  </a:ext>
                </a:extLst>
              </p:cNvPr>
              <p:cNvSpPr txBox="1"/>
              <p:nvPr/>
            </p:nvSpPr>
            <p:spPr>
              <a:xfrm>
                <a:off x="4529209" y="3287559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𝑆𝐼𝐶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31155539-BCE3-88D2-A372-B3E9066D3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9209" y="3287559"/>
                <a:ext cx="494030" cy="2616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타원 87">
            <a:extLst>
              <a:ext uri="{FF2B5EF4-FFF2-40B4-BE49-F238E27FC236}">
                <a16:creationId xmlns:a16="http://schemas.microsoft.com/office/drawing/2014/main" id="{5BFDB3BE-C539-FE48-D500-8434BFBC2D5C}"/>
              </a:ext>
            </a:extLst>
          </p:cNvPr>
          <p:cNvSpPr/>
          <p:nvPr/>
        </p:nvSpPr>
        <p:spPr>
          <a:xfrm>
            <a:off x="4199731" y="3898468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247BF5F6-0599-FD1D-413B-2A2658C82BC5}"/>
              </a:ext>
            </a:extLst>
          </p:cNvPr>
          <p:cNvSpPr/>
          <p:nvPr/>
        </p:nvSpPr>
        <p:spPr>
          <a:xfrm>
            <a:off x="4540265" y="4310768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5A731F3E-DB84-0125-D48C-B2A4DAB39597}"/>
              </a:ext>
            </a:extLst>
          </p:cNvPr>
          <p:cNvSpPr/>
          <p:nvPr/>
        </p:nvSpPr>
        <p:spPr>
          <a:xfrm>
            <a:off x="4994759" y="4579526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F38779E5-9FF2-B2EA-9D85-BC2BA9C35983}"/>
              </a:ext>
            </a:extLst>
          </p:cNvPr>
          <p:cNvSpPr/>
          <p:nvPr/>
        </p:nvSpPr>
        <p:spPr>
          <a:xfrm rot="16200000">
            <a:off x="7721657" y="2533124"/>
            <a:ext cx="4809368" cy="2172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C04905F9-1E7E-DCD8-722C-08BEF29514B6}"/>
                  </a:ext>
                </a:extLst>
              </p:cNvPr>
              <p:cNvSpPr txBox="1"/>
              <p:nvPr/>
            </p:nvSpPr>
            <p:spPr>
              <a:xfrm>
                <a:off x="9026068" y="467449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C04905F9-1E7E-DCD8-722C-08BEF2951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6068" y="4674498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AB051EDD-6B09-0FFE-6239-CE4CF9BF6362}"/>
              </a:ext>
            </a:extLst>
          </p:cNvPr>
          <p:cNvCxnSpPr>
            <a:cxnSpLocks/>
          </p:cNvCxnSpPr>
          <p:nvPr/>
        </p:nvCxnSpPr>
        <p:spPr>
          <a:xfrm flipV="1">
            <a:off x="7323874" y="3445221"/>
            <a:ext cx="1251602" cy="1391811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D3A65AB4-3822-FCB2-7DEB-513D3B4E6B22}"/>
              </a:ext>
            </a:extLst>
          </p:cNvPr>
          <p:cNvCxnSpPr>
            <a:cxnSpLocks/>
          </p:cNvCxnSpPr>
          <p:nvPr/>
        </p:nvCxnSpPr>
        <p:spPr>
          <a:xfrm>
            <a:off x="7629768" y="3483998"/>
            <a:ext cx="0" cy="1022318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C9925C15-B280-FC95-5FDB-951B5C231F4E}"/>
              </a:ext>
            </a:extLst>
          </p:cNvPr>
          <p:cNvCxnSpPr>
            <a:cxnSpLocks/>
          </p:cNvCxnSpPr>
          <p:nvPr/>
        </p:nvCxnSpPr>
        <p:spPr>
          <a:xfrm rot="16200000">
            <a:off x="8133573" y="3993658"/>
            <a:ext cx="0" cy="1022318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03D06313-7FE6-1BF5-2160-096CD8B30E0A}"/>
                  </a:ext>
                </a:extLst>
              </p:cNvPr>
              <p:cNvSpPr txBox="1"/>
              <p:nvPr/>
            </p:nvSpPr>
            <p:spPr>
              <a:xfrm>
                <a:off x="6995666" y="4782763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03D06313-7FE6-1BF5-2160-096CD8B30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666" y="4782763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" name="원호 120">
            <a:extLst>
              <a:ext uri="{FF2B5EF4-FFF2-40B4-BE49-F238E27FC236}">
                <a16:creationId xmlns:a16="http://schemas.microsoft.com/office/drawing/2014/main" id="{017EBA2D-F326-5C7B-0753-00DDBB00C280}"/>
              </a:ext>
            </a:extLst>
          </p:cNvPr>
          <p:cNvSpPr/>
          <p:nvPr/>
        </p:nvSpPr>
        <p:spPr>
          <a:xfrm rot="2960628">
            <a:off x="6961893" y="4556167"/>
            <a:ext cx="475027" cy="844279"/>
          </a:xfrm>
          <a:prstGeom prst="arc">
            <a:avLst>
              <a:gd name="adj1" fmla="val 15838195"/>
              <a:gd name="adj2" fmla="val 17362326"/>
            </a:avLst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7FAB3346-91D0-D811-5D6E-47AF6F9C7A6C}"/>
                  </a:ext>
                </a:extLst>
              </p:cNvPr>
              <p:cNvSpPr txBox="1"/>
              <p:nvPr/>
            </p:nvSpPr>
            <p:spPr>
              <a:xfrm>
                <a:off x="7496322" y="4645585"/>
                <a:ext cx="304513" cy="2000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7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7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e>
                        <m:sup>
                          <m:r>
                            <a:rPr lang="en-US" altLang="ko-KR" sz="7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p>
                      </m:sSup>
                    </m:oMath>
                  </m:oMathPara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7FAB3346-91D0-D811-5D6E-47AF6F9C7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6322" y="4645585"/>
                <a:ext cx="304513" cy="2000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4085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7C94547-4C40-2B78-FE45-43E946E371A5}"/>
              </a:ext>
            </a:extLst>
          </p:cNvPr>
          <p:cNvSpPr/>
          <p:nvPr/>
        </p:nvSpPr>
        <p:spPr>
          <a:xfrm>
            <a:off x="2393813" y="19066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D285A27-D7FD-DFD3-ED07-842096E82D54}"/>
              </a:ext>
            </a:extLst>
          </p:cNvPr>
          <p:cNvSpPr/>
          <p:nvPr/>
        </p:nvSpPr>
        <p:spPr>
          <a:xfrm>
            <a:off x="1464518" y="1917720"/>
            <a:ext cx="4809368" cy="773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8DF5F1-2B06-5029-0561-D5990D0C5EC6}"/>
                  </a:ext>
                </a:extLst>
              </p:cNvPr>
              <p:cNvSpPr txBox="1"/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8DF5F1-2B06-5029-0561-D5990D0C5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CFEB8BD5-264B-6EBF-4B3D-17DBDC24D1AB}"/>
              </a:ext>
            </a:extLst>
          </p:cNvPr>
          <p:cNvSpPr/>
          <p:nvPr/>
        </p:nvSpPr>
        <p:spPr>
          <a:xfrm>
            <a:off x="2370107" y="190034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A554121-DBB9-DD03-5BA3-8BC7F628F855}"/>
                  </a:ext>
                </a:extLst>
              </p:cNvPr>
              <p:cNvSpPr txBox="1"/>
              <p:nvPr/>
            </p:nvSpPr>
            <p:spPr>
              <a:xfrm>
                <a:off x="1983286" y="256907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A554121-DBB9-DD03-5BA3-8BC7F628F8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3286" y="2569079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원호 8">
            <a:extLst>
              <a:ext uri="{FF2B5EF4-FFF2-40B4-BE49-F238E27FC236}">
                <a16:creationId xmlns:a16="http://schemas.microsoft.com/office/drawing/2014/main" id="{0C0C7C37-2D0C-4054-A39D-D2FB88A8DBD8}"/>
              </a:ext>
            </a:extLst>
          </p:cNvPr>
          <p:cNvSpPr/>
          <p:nvPr/>
        </p:nvSpPr>
        <p:spPr>
          <a:xfrm rot="8343578">
            <a:off x="-3678589" y="3359407"/>
            <a:ext cx="8202336" cy="6581999"/>
          </a:xfrm>
          <a:prstGeom prst="arc">
            <a:avLst>
              <a:gd name="adj1" fmla="val 9638568"/>
              <a:gd name="adj2" fmla="val 11534853"/>
            </a:avLst>
          </a:prstGeom>
          <a:ln w="15875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1AE468C-8353-D083-4731-4435C7793420}"/>
              </a:ext>
            </a:extLst>
          </p:cNvPr>
          <p:cNvSpPr/>
          <p:nvPr/>
        </p:nvSpPr>
        <p:spPr>
          <a:xfrm rot="16200000">
            <a:off x="2938841" y="2501474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2E875-86CC-3B71-11BF-7A555BBCD2CB}"/>
              </a:ext>
            </a:extLst>
          </p:cNvPr>
          <p:cNvSpPr txBox="1"/>
          <p:nvPr/>
        </p:nvSpPr>
        <p:spPr>
          <a:xfrm>
            <a:off x="90203" y="207594"/>
            <a:ext cx="48680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84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3-6 </a:t>
            </a:r>
            <a:r>
              <a:rPr lang="ko-KR" altLang="en-US" sz="1600" dirty="0"/>
              <a:t> 가장 바람직한 배분의 도출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0F9DD2B-58C8-943A-CE4F-8C5F9F08452E}"/>
                  </a:ext>
                </a:extLst>
              </p:cNvPr>
              <p:cNvSpPr txBox="1"/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0F9DD2B-58C8-943A-CE4F-8C5F9F084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0373F9F-B3C1-8BE7-5146-88E8A47CA311}"/>
              </a:ext>
            </a:extLst>
          </p:cNvPr>
          <p:cNvSpPr txBox="1"/>
          <p:nvPr/>
        </p:nvSpPr>
        <p:spPr>
          <a:xfrm>
            <a:off x="2035276" y="2329894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/>
              <a:t>B</a:t>
            </a:r>
            <a:r>
              <a:rPr lang="ko-KR" altLang="en-US" sz="1100" dirty="0"/>
              <a:t>의 효용수준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C38EE0-5D56-E6D4-E1FA-E50E41F52346}"/>
              </a:ext>
            </a:extLst>
          </p:cNvPr>
          <p:cNvSpPr txBox="1"/>
          <p:nvPr/>
        </p:nvSpPr>
        <p:spPr>
          <a:xfrm>
            <a:off x="3401658" y="4357840"/>
            <a:ext cx="177665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dirty="0"/>
              <a:t>효용가능 경계</a:t>
            </a:r>
            <a:endParaRPr lang="en-US" altLang="ko-KR" sz="900" dirty="0"/>
          </a:p>
        </p:txBody>
      </p:sp>
      <p:sp>
        <p:nvSpPr>
          <p:cNvPr id="16" name="원호 15">
            <a:extLst>
              <a:ext uri="{FF2B5EF4-FFF2-40B4-BE49-F238E27FC236}">
                <a16:creationId xmlns:a16="http://schemas.microsoft.com/office/drawing/2014/main" id="{EED275C0-0C3B-8444-E671-3C049B34F32D}"/>
              </a:ext>
            </a:extLst>
          </p:cNvPr>
          <p:cNvSpPr/>
          <p:nvPr/>
        </p:nvSpPr>
        <p:spPr>
          <a:xfrm rot="16486116">
            <a:off x="2936521" y="1173925"/>
            <a:ext cx="2881034" cy="3080151"/>
          </a:xfrm>
          <a:prstGeom prst="arc">
            <a:avLst>
              <a:gd name="adj1" fmla="val 11184270"/>
              <a:gd name="adj2" fmla="val 14828963"/>
            </a:avLst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09A8F6-743F-ECBE-8C05-6F14A6AE65B1}"/>
              </a:ext>
            </a:extLst>
          </p:cNvPr>
          <p:cNvSpPr txBox="1"/>
          <p:nvPr/>
        </p:nvSpPr>
        <p:spPr>
          <a:xfrm>
            <a:off x="3844941" y="4008417"/>
            <a:ext cx="177665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/>
              <a:t>SIC (</a:t>
            </a:r>
            <a:r>
              <a:rPr lang="ko-KR" altLang="en-US" sz="900" dirty="0"/>
              <a:t>사회무차별곡선</a:t>
            </a:r>
            <a:r>
              <a:rPr lang="en-US" altLang="ko-KR" sz="900" dirty="0"/>
              <a:t>)</a:t>
            </a: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74BA018B-9775-DF11-90D2-D54B14347568}"/>
              </a:ext>
            </a:extLst>
          </p:cNvPr>
          <p:cNvSpPr/>
          <p:nvPr/>
        </p:nvSpPr>
        <p:spPr>
          <a:xfrm>
            <a:off x="3283917" y="3718830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DE00DD3B-5289-C400-E023-A1A55419372A}"/>
              </a:ext>
            </a:extLst>
          </p:cNvPr>
          <p:cNvCxnSpPr>
            <a:cxnSpLocks/>
          </p:cNvCxnSpPr>
          <p:nvPr/>
        </p:nvCxnSpPr>
        <p:spPr>
          <a:xfrm>
            <a:off x="3305863" y="3733367"/>
            <a:ext cx="0" cy="972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9B55A65A-F61D-1883-4DDB-F6C179975615}"/>
              </a:ext>
            </a:extLst>
          </p:cNvPr>
          <p:cNvCxnSpPr>
            <a:cxnSpLocks/>
          </p:cNvCxnSpPr>
          <p:nvPr/>
        </p:nvCxnSpPr>
        <p:spPr>
          <a:xfrm rot="16200000">
            <a:off x="2849219" y="3293605"/>
            <a:ext cx="0" cy="900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A67F933-2DC3-4C77-646F-C0C8064ACCBC}"/>
                  </a:ext>
                </a:extLst>
              </p:cNvPr>
              <p:cNvSpPr txBox="1"/>
              <p:nvPr/>
            </p:nvSpPr>
            <p:spPr>
              <a:xfrm>
                <a:off x="2111859" y="3606361"/>
                <a:ext cx="27411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A67F933-2DC3-4C77-646F-C0C8064AC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1859" y="3606361"/>
                <a:ext cx="274114" cy="215444"/>
              </a:xfrm>
              <a:prstGeom prst="rect">
                <a:avLst/>
              </a:prstGeom>
              <a:blipFill>
                <a:blip r:embed="rId5"/>
                <a:stretch>
                  <a:fillRect l="-11111" b="-228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BED9CB4-CE46-CA84-4EDA-ADB5274D7250}"/>
                  </a:ext>
                </a:extLst>
              </p:cNvPr>
              <p:cNvSpPr txBox="1"/>
              <p:nvPr/>
            </p:nvSpPr>
            <p:spPr>
              <a:xfrm>
                <a:off x="3175031" y="4724049"/>
                <a:ext cx="26250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BED9CB4-CE46-CA84-4EDA-ADB5274D72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031" y="4724049"/>
                <a:ext cx="262508" cy="215444"/>
              </a:xfrm>
              <a:prstGeom prst="rect">
                <a:avLst/>
              </a:prstGeom>
              <a:blipFill>
                <a:blip r:embed="rId6"/>
                <a:stretch>
                  <a:fillRect l="-11628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E6FBB0-E6A3-0CCE-6874-51CB75FB115A}"/>
                  </a:ext>
                </a:extLst>
              </p:cNvPr>
              <p:cNvSpPr txBox="1"/>
              <p:nvPr/>
            </p:nvSpPr>
            <p:spPr>
              <a:xfrm>
                <a:off x="3145732" y="350998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E6FBB0-E6A3-0CCE-6874-51CB75FB11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5732" y="3509988"/>
                <a:ext cx="494030" cy="31181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2648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908DD-658C-4A66-F15E-D04FD7CE5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B5BCEA-3C5B-1D94-B804-3B94E99F295B}"/>
              </a:ext>
            </a:extLst>
          </p:cNvPr>
          <p:cNvSpPr txBox="1"/>
          <p:nvPr/>
        </p:nvSpPr>
        <p:spPr>
          <a:xfrm>
            <a:off x="90203" y="207594"/>
            <a:ext cx="540889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167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6-1 </a:t>
            </a:r>
            <a:r>
              <a:rPr lang="ko-KR" altLang="en-US" sz="1600" dirty="0"/>
              <a:t> 외부성이 존재할 때의 최적배분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9D7560B-1EEA-44E9-D6B9-771F8F7E07B5}"/>
              </a:ext>
            </a:extLst>
          </p:cNvPr>
          <p:cNvSpPr/>
          <p:nvPr/>
        </p:nvSpPr>
        <p:spPr>
          <a:xfrm>
            <a:off x="1752299" y="21098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FBBA1FE-DF1A-6901-DAE8-C89D840C56EC}"/>
                  </a:ext>
                </a:extLst>
              </p:cNvPr>
              <p:cNvSpPr txBox="1"/>
              <p:nvPr/>
            </p:nvSpPr>
            <p:spPr>
              <a:xfrm>
                <a:off x="1410881" y="48521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FBBA1FE-DF1A-6901-DAE8-C89D840C56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0881" y="48521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98F00FF7-FC16-941C-B91A-383F0A4C7A3B}"/>
              </a:ext>
            </a:extLst>
          </p:cNvPr>
          <p:cNvSpPr txBox="1"/>
          <p:nvPr/>
        </p:nvSpPr>
        <p:spPr>
          <a:xfrm>
            <a:off x="5480519" y="4746750"/>
            <a:ext cx="74039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/>
              <a:t>산출량</a:t>
            </a:r>
            <a:endParaRPr lang="ko-KR" altLang="en-US" sz="11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1E540E7-A669-879F-22F9-878E0FB2E6CE}"/>
              </a:ext>
            </a:extLst>
          </p:cNvPr>
          <p:cNvSpPr/>
          <p:nvPr/>
        </p:nvSpPr>
        <p:spPr>
          <a:xfrm rot="16200000">
            <a:off x="3148423" y="3109581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A3E286-893A-F71D-ED15-933DB92E0730}"/>
              </a:ext>
            </a:extLst>
          </p:cNvPr>
          <p:cNvSpPr txBox="1"/>
          <p:nvPr/>
        </p:nvSpPr>
        <p:spPr>
          <a:xfrm>
            <a:off x="4963059" y="1609204"/>
            <a:ext cx="385229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TB</a:t>
            </a:r>
            <a:endParaRPr lang="ko-KR" altLang="en-US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C9EA01-D036-5E50-B5E1-2DC54725527F}"/>
              </a:ext>
            </a:extLst>
          </p:cNvPr>
          <p:cNvSpPr txBox="1"/>
          <p:nvPr/>
        </p:nvSpPr>
        <p:spPr>
          <a:xfrm>
            <a:off x="4312702" y="1210487"/>
            <a:ext cx="385229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TC</a:t>
            </a:r>
            <a:endParaRPr lang="ko-KR" altLang="en-US" sz="1400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DC6399D5-26A0-1466-8A3E-2438EAD49FE7}"/>
              </a:ext>
            </a:extLst>
          </p:cNvPr>
          <p:cNvCxnSpPr>
            <a:cxnSpLocks/>
          </p:cNvCxnSpPr>
          <p:nvPr/>
        </p:nvCxnSpPr>
        <p:spPr>
          <a:xfrm>
            <a:off x="3131413" y="3677478"/>
            <a:ext cx="0" cy="1276557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5AF3E77D-9EC8-D310-339E-4889ADF7031E}"/>
              </a:ext>
            </a:extLst>
          </p:cNvPr>
          <p:cNvCxnSpPr>
            <a:cxnSpLocks/>
          </p:cNvCxnSpPr>
          <p:nvPr/>
        </p:nvCxnSpPr>
        <p:spPr>
          <a:xfrm flipH="1">
            <a:off x="1748128" y="2562798"/>
            <a:ext cx="2277772" cy="1598252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8A0507A0-714E-0B74-F7D5-E957BEDF3D61}"/>
              </a:ext>
            </a:extLst>
          </p:cNvPr>
          <p:cNvCxnSpPr>
            <a:cxnSpLocks/>
          </p:cNvCxnSpPr>
          <p:nvPr/>
        </p:nvCxnSpPr>
        <p:spPr>
          <a:xfrm>
            <a:off x="3422020" y="3863819"/>
            <a:ext cx="0" cy="1908000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9C7AB2E-FFD7-0110-8793-0622F9DDE84F}"/>
                  </a:ext>
                </a:extLst>
              </p:cNvPr>
              <p:cNvSpPr txBox="1"/>
              <p:nvPr/>
            </p:nvSpPr>
            <p:spPr>
              <a:xfrm>
                <a:off x="4245486" y="490524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9C7AB2E-FFD7-0110-8793-0622F9DDE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5486" y="4905244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A064862-4A3C-E9F4-4A19-07B4907BA98B}"/>
                  </a:ext>
                </a:extLst>
              </p:cNvPr>
              <p:cNvSpPr txBox="1"/>
              <p:nvPr/>
            </p:nvSpPr>
            <p:spPr>
              <a:xfrm>
                <a:off x="2929885" y="4905244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A064862-4A3C-E9F4-4A19-07B4907BA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885" y="4905244"/>
                <a:ext cx="494030" cy="307777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직사각형 46">
            <a:extLst>
              <a:ext uri="{FF2B5EF4-FFF2-40B4-BE49-F238E27FC236}">
                <a16:creationId xmlns:a16="http://schemas.microsoft.com/office/drawing/2014/main" id="{41ECB3C3-3408-FD0B-82AC-91AFD47D76D2}"/>
              </a:ext>
            </a:extLst>
          </p:cNvPr>
          <p:cNvSpPr/>
          <p:nvPr/>
        </p:nvSpPr>
        <p:spPr>
          <a:xfrm rot="10800000">
            <a:off x="1752299" y="523575"/>
            <a:ext cx="4809368" cy="1754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8A28D2-97A1-AFD5-81C2-34D52F9308D7}"/>
              </a:ext>
            </a:extLst>
          </p:cNvPr>
          <p:cNvSpPr txBox="1"/>
          <p:nvPr/>
        </p:nvSpPr>
        <p:spPr>
          <a:xfrm>
            <a:off x="1236271" y="1969937"/>
            <a:ext cx="9058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/>
              <a:t>가격</a:t>
            </a:r>
            <a:r>
              <a:rPr lang="en-US" altLang="ko-KR" sz="1100" dirty="0"/>
              <a:t>, </a:t>
            </a:r>
            <a:r>
              <a:rPr lang="ko-KR" altLang="en-US" sz="1100" dirty="0"/>
              <a:t>비용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CD3C915-1D20-19AA-C560-CD718EFEF19F}"/>
              </a:ext>
            </a:extLst>
          </p:cNvPr>
          <p:cNvCxnSpPr>
            <a:cxnSpLocks/>
          </p:cNvCxnSpPr>
          <p:nvPr/>
        </p:nvCxnSpPr>
        <p:spPr>
          <a:xfrm flipH="1" flipV="1">
            <a:off x="1752299" y="2562798"/>
            <a:ext cx="3069925" cy="1901252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C4FC169B-C40F-0D57-2A18-6BCA99F77872}"/>
              </a:ext>
            </a:extLst>
          </p:cNvPr>
          <p:cNvCxnSpPr>
            <a:cxnSpLocks/>
          </p:cNvCxnSpPr>
          <p:nvPr/>
        </p:nvCxnSpPr>
        <p:spPr>
          <a:xfrm flipH="1">
            <a:off x="1748128" y="2905125"/>
            <a:ext cx="2600035" cy="1252933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765A4FFE-6F26-110D-5DF5-58F22A4B58CC}"/>
              </a:ext>
            </a:extLst>
          </p:cNvPr>
          <p:cNvCxnSpPr>
            <a:cxnSpLocks/>
          </p:cNvCxnSpPr>
          <p:nvPr/>
        </p:nvCxnSpPr>
        <p:spPr>
          <a:xfrm flipH="1">
            <a:off x="1748128" y="3531591"/>
            <a:ext cx="2600035" cy="1252933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539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2482</TotalTime>
  <Words>368</Words>
  <Application>Microsoft Office PowerPoint</Application>
  <PresentationFormat>와이드스크린</PresentationFormat>
  <Paragraphs>225</Paragraphs>
  <Slides>14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Seungho Jeon</dc:creator>
  <cp:lastModifiedBy>Seungho Jeon</cp:lastModifiedBy>
  <cp:revision>21</cp:revision>
  <dcterms:created xsi:type="dcterms:W3CDTF">2026-01-04T23:31:42Z</dcterms:created>
  <dcterms:modified xsi:type="dcterms:W3CDTF">2026-03-05T08:40:01Z</dcterms:modified>
</cp:coreProperties>
</file>
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80" y="12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예시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7DBBE739-D146-A956-4838-725B0E51F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332" y="4554114"/>
            <a:ext cx="6123963" cy="209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05443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다시 말해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EDBD3-ABD6-6055-E9E3-BDE428D8F18D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청문회 장면 비디오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E60A3-40F9-9948-3539-C4DDF837268C}"/>
              </a:ext>
            </a:extLst>
          </p:cNvPr>
          <p:cNvSpPr txBox="1"/>
          <p:nvPr/>
        </p:nvSpPr>
        <p:spPr>
          <a:xfrm>
            <a:off x="4476750" y="32109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그리스 계단만 올라가도 보조금이 나온다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공익 </a:t>
            </a:r>
            <a:r>
              <a:rPr lang="ko-KR" altLang="en-US" sz="1600" spc="-50" dirty="0" err="1"/>
              <a:t>보단느</a:t>
            </a:r>
            <a:r>
              <a:rPr lang="ko-KR" altLang="en-US" sz="1600" spc="-50" dirty="0"/>
              <a:t> 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E81600-6D93-5032-8D2B-A538819138FD}"/>
              </a:ext>
            </a:extLst>
          </p:cNvPr>
          <p:cNvSpPr txBox="1"/>
          <p:nvPr/>
        </p:nvSpPr>
        <p:spPr>
          <a:xfrm>
            <a:off x="5168900" y="6080543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spc="-50" dirty="0">
                <a:highlight>
                  <a:srgbClr val="FFFF00"/>
                </a:highlight>
              </a:rPr>
              <a:t>철의 삼각형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9827</TotalTime>
  <Words>4472</Words>
  <Application>Microsoft Office PowerPoint</Application>
  <PresentationFormat>와이드스크린</PresentationFormat>
  <Paragraphs>461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308</cp:revision>
  <dcterms:created xsi:type="dcterms:W3CDTF">2025-07-05T05:15:23Z</dcterms:created>
  <dcterms:modified xsi:type="dcterms:W3CDTF">2026-02-12T02:24:21Z</dcterms:modified>
</cp:coreProperties>
</file>
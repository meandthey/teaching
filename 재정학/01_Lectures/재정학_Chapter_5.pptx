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oX8NmyuQpw" TargetMode="External"/><Relationship Id="rId2" Type="http://schemas.openxmlformats.org/officeDocument/2006/relationships/hyperlink" Target="https://www.youtube.com/watch?v=AEs1dDWsp0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(2026) ‘</a:t>
            </a: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무력 개방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안보리 결의 추진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https://www.youtube.com/watch?v=AEs1dDWsp04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(2023) </a:t>
            </a:r>
            <a:r>
              <a:rPr lang="ko-KR" altLang="en-US" sz="1600" spc="-50" dirty="0"/>
              <a:t>이란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이스라엘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3"/>
              </a:rPr>
              <a:t>https://www.youtube.com/watch?v=8oX8NmyuQpw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최적을 달성한다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7DBBE739-D146-A956-4838-725B0E51F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332" y="4554114"/>
            <a:ext cx="6123963" cy="209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205443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타협과 </a:t>
            </a:r>
            <a:r>
              <a:rPr lang="ko-KR" altLang="en-US" sz="1600" spc="-50" dirty="0" err="1"/>
              <a:t>부적적인</a:t>
            </a:r>
            <a:r>
              <a:rPr lang="ko-KR" altLang="en-US" sz="1600" spc="-50" dirty="0"/>
              <a:t> 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EDBD3-ABD6-6055-E9E3-BDE428D8F18D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청문회 장면 비디오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E60A3-40F9-9948-3539-C4DDF837268C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그리스 계단만 올라가도 보조금이 나온다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공익 </a:t>
            </a:r>
            <a:r>
              <a:rPr lang="ko-KR" altLang="en-US" sz="1600" spc="-50" dirty="0" err="1"/>
              <a:t>보단느</a:t>
            </a:r>
            <a:r>
              <a:rPr lang="ko-KR" altLang="en-US" sz="1600" spc="-50" dirty="0"/>
              <a:t> 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E81600-6D93-5032-8D2B-A538819138FD}"/>
              </a:ext>
            </a:extLst>
          </p:cNvPr>
          <p:cNvSpPr txBox="1"/>
          <p:nvPr/>
        </p:nvSpPr>
        <p:spPr>
          <a:xfrm>
            <a:off x="5168900" y="608054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철의 삼각형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10106</TotalTime>
  <Words>4521</Words>
  <Application>Microsoft Office PowerPoint</Application>
  <PresentationFormat>와이드스크린</PresentationFormat>
  <Paragraphs>464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314</cp:revision>
  <dcterms:created xsi:type="dcterms:W3CDTF">2025-07-05T05:15:23Z</dcterms:created>
  <dcterms:modified xsi:type="dcterms:W3CDTF">2026-04-03T07:13:25Z</dcterms:modified>
</cp:coreProperties>
</file>
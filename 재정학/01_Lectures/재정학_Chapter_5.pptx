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8oX8NmyuQpw" TargetMode="External"/><Relationship Id="rId2" Type="http://schemas.openxmlformats.org/officeDocument/2006/relationships/hyperlink" Target="https://www.youtube.com/watch?v=Z8ahVf42beo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</a:t>
            </a:r>
            <a:r>
              <a:rPr lang="ko-KR" altLang="en-US" sz="1600" b="1" spc="-50" dirty="0"/>
              <a:t>집단의 의사결정</a:t>
            </a:r>
            <a:r>
              <a:rPr lang="ko-KR" altLang="en-US" sz="1600" spc="-50" dirty="0"/>
              <a:t>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표의 배분을 정해야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(2026) ‘</a:t>
            </a: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무력 개방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안보리 결의 추진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https://www.youtube.com/watch?v=Z8ahVf42beo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(2023) </a:t>
            </a:r>
            <a:r>
              <a:rPr lang="ko-KR" altLang="en-US" sz="1600" spc="-50" dirty="0"/>
              <a:t>이란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이스라엘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3"/>
              </a:rPr>
              <a:t>https://www.youtube.com/watch?v=8oX8NmyuQpw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효율적이다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 (</a:t>
            </a:r>
            <a:r>
              <a:rPr lang="ko-KR" altLang="en-US" sz="1600" spc="-50" dirty="0"/>
              <a:t>가장 큰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 (</a:t>
            </a:r>
            <a:r>
              <a:rPr lang="ko-KR" altLang="en-US" sz="1600" spc="-50" dirty="0"/>
              <a:t>가장 작은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 (</a:t>
            </a:r>
            <a:r>
              <a:rPr lang="ko-KR" altLang="en-US" sz="1600" spc="-50" dirty="0"/>
              <a:t>중간 정도 예산 선호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동시에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되는 두 가지 예시이다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7AD157E-C05C-19D0-7D57-76BEAD3D12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78" t="15667" r="10918" b="14681"/>
          <a:stretch>
            <a:fillRect/>
          </a:stretch>
        </p:blipFill>
        <p:spPr>
          <a:xfrm>
            <a:off x="6252731" y="4403387"/>
            <a:ext cx="4344615" cy="2208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159946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</a:t>
            </a:r>
            <a:r>
              <a:rPr lang="ko-KR" altLang="en-US" sz="1600" spc="-50"/>
              <a:t>타협과 부정적인 </a:t>
            </a:r>
            <a:r>
              <a:rPr lang="ko-KR" altLang="en-US" sz="1600" spc="-50" dirty="0"/>
              <a:t>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</a:t>
            </a:r>
            <a:r>
              <a:rPr lang="ko-KR" altLang="en-US" sz="1600" spc="-50"/>
              <a:t>공익 보다는 </a:t>
            </a:r>
            <a:r>
              <a:rPr lang="ko-KR" altLang="en-US" sz="1600" spc="-50" dirty="0"/>
              <a:t>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11211</TotalTime>
  <Words>4541</Words>
  <Application>Microsoft Office PowerPoint</Application>
  <PresentationFormat>와이드스크린</PresentationFormat>
  <Paragraphs>462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328</cp:revision>
  <dcterms:created xsi:type="dcterms:W3CDTF">2025-07-05T05:15:23Z</dcterms:created>
  <dcterms:modified xsi:type="dcterms:W3CDTF">2026-04-10T06:56:16Z</dcterms:modified>
</cp:coreProperties>
</file>
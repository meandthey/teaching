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375" r:id="rId2"/>
    <p:sldId id="405" r:id="rId3"/>
    <p:sldId id="550" r:id="rId4"/>
    <p:sldId id="552" r:id="rId5"/>
    <p:sldId id="729" r:id="rId6"/>
    <p:sldId id="730" r:id="rId7"/>
    <p:sldId id="731" r:id="rId8"/>
    <p:sldId id="726" r:id="rId9"/>
    <p:sldId id="732" r:id="rId10"/>
    <p:sldId id="733" r:id="rId11"/>
    <p:sldId id="734" r:id="rId12"/>
    <p:sldId id="735" r:id="rId13"/>
    <p:sldId id="736" r:id="rId14"/>
    <p:sldId id="737" r:id="rId15"/>
    <p:sldId id="738" r:id="rId16"/>
    <p:sldId id="739" r:id="rId17"/>
    <p:sldId id="740" r:id="rId18"/>
    <p:sldId id="741" r:id="rId19"/>
    <p:sldId id="742" r:id="rId20"/>
    <p:sldId id="743" r:id="rId21"/>
    <p:sldId id="727" r:id="rId22"/>
    <p:sldId id="728" r:id="rId23"/>
    <p:sldId id="722" r:id="rId24"/>
    <p:sldId id="723" r:id="rId25"/>
    <p:sldId id="724" r:id="rId26"/>
    <p:sldId id="725" r:id="rId27"/>
    <p:sldId id="364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580" y="11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재분배정책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재분배정책에 대한 찬반의견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재분배를 위해 개입하는 것이 정당한 일인지 여부에 대해 서로 다른 의견이 팽팽하게 맞서고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재분배를 위한 정부의 개입을 당연시 여기는 경향이 있지만 이에 반대하는 사람도 적지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찬성과 반대 논리 중 어느 한쪽이 절대적으로 우세하다고 단정하기 힘들다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현대의 정부가 여러 재분배정책을 채택하고 있다는 현실이 재분배정책 찬성 논리의 근거로 삼기는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논리적 대결의 결론이 아니라 시대적 흐름과 정치적 현실을 반영하는 것이 옳을 것이다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반대의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재분배를 위한 정부의 개입이 개인의 정당한 권리를 침해한다는 점에서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좋은 결과가 나쁜 수단을 정당화시켜 준다는 것을 허용하지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이들은 옳고 그름을 정당한 절차를 </a:t>
            </a:r>
            <a:r>
              <a:rPr lang="ko-KR" altLang="en-US" sz="1600" spc="-50" dirty="0" err="1"/>
              <a:t>거쳤느냐의</a:t>
            </a:r>
            <a:r>
              <a:rPr lang="ko-KR" altLang="en-US" sz="1600" spc="-50" dirty="0"/>
              <a:t> 여부에 따라 판단한다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프리드먼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M.Friedman</a:t>
            </a:r>
            <a:r>
              <a:rPr lang="en-US" altLang="ko-KR" sz="1600" spc="-50" dirty="0"/>
              <a:t>, 1962)</a:t>
            </a:r>
            <a:r>
              <a:rPr lang="ko-KR" altLang="en-US" sz="1600" spc="-50" dirty="0"/>
              <a:t>은 불균등한 소득분배는 불가피하며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바람직하다고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소득보다 여가를 더욱 선호해서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일을 적게 한 사람이  낮은 소득을 얻는 것은 당연하다고 얘기한다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까다로운 일을 처리한 사람에게는 더욱 많은 소득이 주어져야 마땅하다고 얘기한다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소득세제를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 미만인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156318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15631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2EA7-4229-BBF1-13E2-7702F9EE4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11D50-F124-C960-548B-67808DD3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평등주의적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65300-1DF5-992E-4A09-CA6213F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BD75F-08BC-CBF7-41F9-257306F669A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모든 사람이 똑같은 도덕적 가치를 갖고 이 세상에 태어났다는 점을 그 출발점으로 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토대로 모든 사람이 물질적 가치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재산과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고루 나눠 가진 상태를 뜻한다는 결론을 도출한다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모든 사람이 똑같은 도덕적 가치를 갖고 이세상에 태어났다고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이들이 물질적 가치도 똑같이 나눠 가져야 한다는 결론이 필연적으로 도출되지는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말한 것처럼 여러 요건들이 함께 충족이 되어야 정의로운 분배가 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모두가 똑같은 몫을 가진 분배가 정의로운 분배를 뜻한다고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평등주의의 큰 문제점은 평등한 분배를 추구하는 과정에서 개인의 정당한 권리가 침해될 가능성이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평등성에 대한 요구는 자유와 </a:t>
            </a:r>
            <a:r>
              <a:rPr lang="ko-KR" altLang="en-US" sz="1600" spc="-50" dirty="0" err="1"/>
              <a:t>상출될</a:t>
            </a:r>
            <a:r>
              <a:rPr lang="ko-KR" altLang="en-US" sz="1600" spc="-50" dirty="0"/>
              <a:t> 가능성이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평등한 분배라는 것은 구체적으로 무엇을 뜻하는지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극단적으로 모든 사람이 같은 양의 자원을 갖는 상태를 생각해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상태가 현실에서 가능한 것인지는 </a:t>
            </a:r>
            <a:r>
              <a:rPr lang="ko-KR" altLang="en-US" sz="1600" spc="-50" dirty="0" err="1"/>
              <a:t>제쳐두고라도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바람직한 일인지 의심하지 않을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분배라는 것이 보다 설득력을 갖기 위해서는 탄력적인 해석이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모든 사람이</a:t>
            </a:r>
            <a:r>
              <a:rPr lang="en-US" altLang="ko-KR" sz="1600" spc="-50" dirty="0"/>
              <a:t> ‘</a:t>
            </a:r>
            <a:r>
              <a:rPr lang="ko-KR" altLang="en-US" sz="1600" spc="-50" dirty="0"/>
              <a:t>최소한의 생활수준에 대해 동등한 권리를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동등한 기회를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로 해석할 수 있다면 보다 설득력이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강한 직관적 호소력을 갖지만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평등주의 논리를 살펴보면 따져볼 것들이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7512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76F8-7289-0805-0E24-8FB1BC27F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CDB55E-4EF8-9A5A-4B0C-AE7128D00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자유론적</a:t>
            </a:r>
            <a:r>
              <a:rPr lang="ko-KR" altLang="en-US" dirty="0"/>
              <a:t>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11BEA9-6E8D-F8F2-2298-0E9D5931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43C94-3A0E-A64B-5B45-B3BAE71B2C6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정의관은 모든 사람이 정당하게 가질 권리가 있는 </a:t>
            </a:r>
            <a:r>
              <a:rPr lang="ko-KR" altLang="en-US" sz="1600" spc="-50" dirty="0" err="1"/>
              <a:t>것만을</a:t>
            </a:r>
            <a:r>
              <a:rPr lang="ko-KR" altLang="en-US" sz="1600" spc="-50" dirty="0"/>
              <a:t> 소유한 분배의 상태가 정의롭다고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정의라는 이름 아래 개인의 자유가 침해되는 일이 없어야 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노직</a:t>
            </a:r>
            <a:r>
              <a:rPr lang="en-US" altLang="ko-KR" sz="1600" spc="-50" dirty="0"/>
              <a:t>(R. Nozick, 1974)</a:t>
            </a:r>
            <a:r>
              <a:rPr lang="ko-KR" altLang="en-US" sz="1600" spc="-50" dirty="0"/>
              <a:t>이 쓴 </a:t>
            </a:r>
            <a:r>
              <a:rPr lang="en-US" altLang="ko-KR" sz="1600" spc="-50" dirty="0"/>
              <a:t>『</a:t>
            </a:r>
            <a:r>
              <a:rPr lang="ko-KR" altLang="en-US" sz="1600" spc="-50" dirty="0"/>
              <a:t>무정부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유토피아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정의관의 고전으로 널리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노직은</a:t>
            </a:r>
            <a:r>
              <a:rPr lang="ko-KR" altLang="en-US" sz="1600" spc="-50" dirty="0"/>
              <a:t> 사람이 수단일 수는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 그 자체여야 한다는 칸트</a:t>
            </a:r>
            <a:r>
              <a:rPr lang="en-US" altLang="ko-KR" sz="1600" spc="-50" dirty="0"/>
              <a:t>(I. Kant)</a:t>
            </a:r>
            <a:r>
              <a:rPr lang="ko-KR" altLang="en-US" sz="1600" spc="-50" dirty="0"/>
              <a:t>적인 원칙을 출발점으로 삼고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원칙하에서는 개인의 권리는 어떤 경우에도 침해될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누구도 사회 전체를 위한다는 미명 아래 다른 사람을 이용할 권리를 가질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노직이</a:t>
            </a:r>
            <a:r>
              <a:rPr lang="ko-KR" altLang="en-US" sz="1600" spc="-50" dirty="0"/>
              <a:t> 말하는 정당한 권리의 원칙은 어떤 사람이 정의로운 방법을 통해 어떤 물건을 소유하고 있으면 그것을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권리가 있다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고 인정한다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다른 사람으로부터 올바른 방법을 통해 소유권을 이전 받아도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인정한다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이와 같은 생각에서 결과의 정의보다는 절차상의 정의를 더욱 중요시하는 태도를 찾아볼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많은 사람들은 절차상의 형식적 정당성을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결과로 나타난 불평등에 대해서 문제점을 지적한다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정당한 </a:t>
            </a:r>
            <a:r>
              <a:rPr lang="ko-KR" altLang="en-US" sz="1600" spc="-50" dirty="0" err="1"/>
              <a:t>방법이라는게</a:t>
            </a:r>
            <a:r>
              <a:rPr lang="ko-KR" altLang="en-US" sz="1600" spc="-50" dirty="0"/>
              <a:t> 상황에 따라 달라질 수 있는 만큼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정당한 방법이 무엇인지에 대한 논란이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보통 </a:t>
            </a:r>
            <a:r>
              <a:rPr lang="ko-KR" altLang="en-US" sz="1600" spc="-50" dirty="0" err="1"/>
              <a:t>현실옹호적인</a:t>
            </a:r>
            <a:r>
              <a:rPr lang="ko-KR" altLang="en-US" sz="1600" spc="-50" dirty="0"/>
              <a:t> 태도를 보이는데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또한 많은 사람들의 비판대상이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현실을 무조건 옹호할 </a:t>
            </a:r>
            <a:r>
              <a:rPr lang="ko-KR" altLang="en-US" sz="1600" spc="-50" dirty="0" err="1"/>
              <a:t>것이아니라</a:t>
            </a:r>
            <a:r>
              <a:rPr lang="ko-KR" altLang="en-US" sz="1600" spc="-50" dirty="0"/>
              <a:t> 냉철한 비판자의 면모를 보여야 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막연히 부정의를 시정해야 한다고 말하는 것이 아니라 실천에 옮겨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 방안을 제시하는 것이 필요하다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17763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02297-4B80-D577-A759-EE9E2232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4E12C-4297-D051-C1B2-AA73EF122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14CA6-9B52-CFD5-78BD-16E5E6A70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F17D4-9093-D36F-A268-C6EA6A55EC8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공리주의적 정의관에서 바람직한 </a:t>
            </a:r>
            <a:r>
              <a:rPr lang="ko-KR" altLang="en-US" sz="1600" spc="-50" dirty="0" err="1"/>
              <a:t>분배란</a:t>
            </a:r>
            <a:r>
              <a:rPr lang="ko-KR" altLang="en-US" sz="1600" spc="-50" dirty="0"/>
              <a:t> 그 사회의 총체적 후생을 극대화할 수 있는 분배여야 한다는 것이 핵심이다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벤담</a:t>
            </a:r>
            <a:r>
              <a:rPr lang="en-US" altLang="ko-KR" sz="1600" spc="-50" dirty="0"/>
              <a:t>(J. Bentham)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최대다수의 최대행복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이라는 말에 잘 나타나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최대다수의 최대행복을 가져오는 분배상태란 구체적으로 어떤 상태인지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물질적 가치가 모든 사람에게 고루 나누어진 상태 혹은 소수가 독점하고 있는 상태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중 한마디로 답하기는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공리주의적인</a:t>
            </a:r>
            <a:r>
              <a:rPr lang="ko-KR" altLang="en-US" sz="1600" spc="-50" dirty="0"/>
              <a:t> 정의의 원칙이 적용되는 상황에 따라 다르기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일반적으로 공리주의적 정의관을 가진 사람들은 평등한 분배에 호의적인 태도를 갖고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ko-KR" altLang="en-US" sz="1600" spc="-50" dirty="0" err="1"/>
              <a:t>벤담이</a:t>
            </a:r>
            <a:r>
              <a:rPr lang="ko-KR" altLang="en-US" sz="1600" spc="-50" dirty="0"/>
              <a:t> 사회의 행복 총합을 계산할 때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한 몫으로서 포함되어야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어느 누구도 한 몫 이상으로 셈하면 안된다</a:t>
            </a:r>
            <a:r>
              <a:rPr lang="en-US" altLang="ko-KR" sz="1600" spc="-50" dirty="0"/>
              <a:t>.’ </a:t>
            </a:r>
            <a:r>
              <a:rPr lang="ko-KR" altLang="en-US" sz="1600" spc="-50" dirty="0"/>
              <a:t>라고 말 한 것이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공리주의적 정의관은 불균등한 분배 상태를 정당화시킬 때도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소득을 얻고 있으면서도 소득의 한계효용이 떨어지지 않는 사람이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공리주의적 원칙은 이 사람에게 더욱더 많은 소득을 분배해 주도록 요구하는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공리주의의 가장 큰 문제는 실천과정에서 개인의 권리가 침해될 수 있다는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사람이 다른 사람에게 부를 이전시켜 사회후생이 증가할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정당한 권리가 침해된다면 큰 문제가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공리주의는 개인간의 효용비교를 전제로 하기 때문에 비판의 대상이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적지 않은 문제에도 불구하고 사회 후생을 증가시킨다는 점에서 실용성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현실성을 갖추고 있어 호소력이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01249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FD1C-81BE-A33F-23C2-F4CB233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8FE5D6-BF1F-ED1A-7F84-AB55B87D5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롤즈의</a:t>
            </a:r>
            <a:r>
              <a:rPr lang="ko-KR" altLang="en-US" dirty="0"/>
              <a:t> 최소극대화원칙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8F09F0-EEE5-C21F-E865-07405E78D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1440F7-7E14-DC15-BFDC-1F4DAEA8D9F2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철학계에서 분배의 정의 이론의 거봉으로 인정받는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Rawls, 1971)</a:t>
            </a:r>
            <a:r>
              <a:rPr lang="ko-KR" altLang="en-US" sz="1600" spc="-50" dirty="0"/>
              <a:t>의 정의관은 평등주의의 변형이다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자유주의자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평등주의자로 볼 것인지 논란이 일기도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샌델</a:t>
            </a:r>
            <a:r>
              <a:rPr lang="en-US" altLang="ko-KR" sz="1600" spc="-50" dirty="0"/>
              <a:t>(M. Sandel, 2009)</a:t>
            </a:r>
            <a:r>
              <a:rPr lang="ko-KR" altLang="en-US" sz="1600" spc="-50" dirty="0"/>
              <a:t>은 </a:t>
            </a: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평등주의적 자유주의자라고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정의관은 원초적 상황이라는 가상적 상황으로부터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상태는 아무런 사회질서가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무지의 장막에 가려 어떻게 될지 모르는 상태라고 설명한다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 속에서 사람들은 사회질서의 선택과정에서 공정하고 편파적이지 않은 기준을 선택하게 된다는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원초적 상황에서 사람들이 선택할 것이라 기대할 수 있는 정의의 원칙으로 다음 두 가지를 제시한다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다른 사람들의 자유와 양립가능한 선에서 가장 광범위한 자유에 대한 동등한 권리를 가져야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사회적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불평등은 다음의 두 조건을 모두 충족할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정당성을 인정받는다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차등의 원칙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불평등성이 모든 사람에게 이득이 되는 것을 기대할 수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기회가 개방된 직위 및 직책과 </a:t>
            </a:r>
            <a:r>
              <a:rPr lang="ko-KR" altLang="en-US" sz="1600" spc="-50" dirty="0" err="1"/>
              <a:t>결부되어서만</a:t>
            </a:r>
            <a:r>
              <a:rPr lang="ko-KR" altLang="en-US" sz="1600" spc="-50" dirty="0"/>
              <a:t> 불평등성이 존재해야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정의관에서 평등주의적 개념이 선명히 드러나 있는 것은 두 번째 원칙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차등의 원칙이다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차등의 원칙을 통해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최소극대화의 원칙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도출할 수 있다고 설명하는데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사회의 가장 못사는 사람에게 가장 큰 이득이 돌아가도록 사회의 기본구조를 짜야 한다는 내용을 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</a:t>
            </a:r>
            <a:r>
              <a:rPr lang="ko-KR" altLang="en-US" sz="1600" spc="-50" dirty="0"/>
              <a:t> 정의관의 가장 큰 문제는 현실에 존재하지 않는 원초적 상황으로부터 정의의 원칙을 끌어냈다는 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97140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13620</TotalTime>
  <Words>3228</Words>
  <Application>Microsoft Office PowerPoint</Application>
  <PresentationFormat>와이드스크린</PresentationFormat>
  <Paragraphs>266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9  재분배정책</vt:lpstr>
      <vt:lpstr>Section 1. 재분배정책에 대한 찬반의견</vt:lpstr>
      <vt:lpstr>재분배정책에 대한 찬반의견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Section 3. 빈곤선의 결정</vt:lpstr>
      <vt:lpstr>Section 4. 재분배정책과 효율성</vt:lpstr>
      <vt:lpstr>평등주의적 정의관</vt:lpstr>
      <vt:lpstr>자유론적 정의관</vt:lpstr>
      <vt:lpstr>공리주의적 정의관</vt:lpstr>
      <vt:lpstr>롤즈의 최소극대화원칙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538</cp:revision>
  <dcterms:created xsi:type="dcterms:W3CDTF">2025-07-05T05:15:23Z</dcterms:created>
  <dcterms:modified xsi:type="dcterms:W3CDTF">2026-03-31T08:37:09Z</dcterms:modified>
</cp:coreProperties>
</file>
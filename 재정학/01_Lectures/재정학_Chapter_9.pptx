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375" r:id="rId2"/>
    <p:sldId id="405" r:id="rId3"/>
    <p:sldId id="550" r:id="rId4"/>
    <p:sldId id="552" r:id="rId5"/>
    <p:sldId id="729" r:id="rId6"/>
    <p:sldId id="730" r:id="rId7"/>
    <p:sldId id="731" r:id="rId8"/>
    <p:sldId id="726" r:id="rId9"/>
    <p:sldId id="732" r:id="rId10"/>
    <p:sldId id="733" r:id="rId11"/>
    <p:sldId id="734" r:id="rId12"/>
    <p:sldId id="735" r:id="rId13"/>
    <p:sldId id="736" r:id="rId14"/>
    <p:sldId id="737" r:id="rId15"/>
    <p:sldId id="738" r:id="rId16"/>
    <p:sldId id="739" r:id="rId17"/>
    <p:sldId id="740" r:id="rId18"/>
    <p:sldId id="741" r:id="rId19"/>
    <p:sldId id="742" r:id="rId20"/>
    <p:sldId id="743" r:id="rId21"/>
    <p:sldId id="752" r:id="rId22"/>
    <p:sldId id="753" r:id="rId23"/>
    <p:sldId id="744" r:id="rId24"/>
    <p:sldId id="745" r:id="rId25"/>
    <p:sldId id="727" r:id="rId26"/>
    <p:sldId id="746" r:id="rId27"/>
    <p:sldId id="747" r:id="rId28"/>
    <p:sldId id="748" r:id="rId29"/>
    <p:sldId id="749" r:id="rId30"/>
    <p:sldId id="750" r:id="rId31"/>
    <p:sldId id="728" r:id="rId32"/>
    <p:sldId id="751" r:id="rId33"/>
    <p:sldId id="364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hw.go.kr/menu.es?mid=a1070801030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재분배정책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재분배정책에 대한 찬반의견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재분배를 위해 개입하는 것이 정당한 일인지 여부에 대해 서로 다른 의견이 팽팽하게 맞서고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재분배를 위한 정부의 개입을 당연시 여기는 경향이 있지만 이에 반대하는 사람도 적지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찬성과 반대 논리 중 어느 한쪽이 절대적으로 우세하다고 단정하기 힘들다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현대의 정부가 여러 재분배정책을 채택하고 있다는 현실이 재분배정책 찬성 논리의 근거로 삼기는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논리적 대결의 결론이 아니라 시대적 흐름과 정치적 현실을 반영하는 것이 옳을 것이다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반대의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재분배를 위한 정부의 개입이 개인의 정당한 권리를 침해한다는 점에서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좋은 결과가 나쁜 수단을 정당화시켜 준다는 것을 허용하지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이들은 옳고 그름을 정당한 절차를 </a:t>
            </a:r>
            <a:r>
              <a:rPr lang="ko-KR" altLang="en-US" sz="1600" spc="-50" dirty="0" err="1"/>
              <a:t>거쳤느냐의</a:t>
            </a:r>
            <a:r>
              <a:rPr lang="ko-KR" altLang="en-US" sz="1600" spc="-50" dirty="0"/>
              <a:t> 여부에 따라 판단한다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프리드먼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M.Friedman</a:t>
            </a:r>
            <a:r>
              <a:rPr lang="en-US" altLang="ko-KR" sz="1600" spc="-50" dirty="0"/>
              <a:t>, 1962)</a:t>
            </a:r>
            <a:r>
              <a:rPr lang="ko-KR" altLang="en-US" sz="1600" spc="-50" dirty="0"/>
              <a:t>은 불균등한 소득분배는 불가피하며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바람직하다고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소득보다 여가를 더욱 선호해서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일을 적게 한 사람이  낮은 소득을 얻는 것은 당연하다고 얘기한다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까다로운 일을 처리한 사람에게는 더욱 많은 소득이 주어져야 마땅하다고 얘기한다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  2.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  3.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  4.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  5.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 (</a:t>
            </a:r>
            <a:r>
              <a:rPr lang="en-US" altLang="ko-KR" sz="1600" spc="-50" dirty="0">
                <a:hlinkClick r:id="rId2"/>
              </a:rPr>
              <a:t>https://www.mohw.go.kr/menu.es?mid=a10708010300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이 제도를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문제가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단 </a:t>
            </a:r>
            <a:r>
              <a:rPr lang="ko-KR" altLang="en-US" sz="1600" spc="-50" dirty="0" err="1"/>
              <a:t>가구원</a:t>
            </a:r>
            <a:r>
              <a:rPr lang="ko-KR" altLang="en-US" sz="1600" spc="-50" dirty="0"/>
              <a:t> 모두가 소유하고 있는 주택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건물 등 재산 합계가 </a:t>
            </a:r>
            <a:r>
              <a:rPr lang="en-US" altLang="ko-KR" sz="1600" spc="-50" dirty="0"/>
              <a:t>2.4</a:t>
            </a:r>
            <a:r>
              <a:rPr lang="ko-KR" altLang="en-US" sz="1600" spc="-50" dirty="0"/>
              <a:t>억원 미만이어야 함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08AC-978D-7AD2-E2BD-B57AD29D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3E2DC72-359D-3545-E2B0-CD59480A2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2313639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86CAA3-4983-84E6-1200-B48F818CC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557130-3B3F-4686-99A1-EFF149FC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05E1EB-209D-3B76-1959-CD33AD7F3346}"/>
              </a:ext>
            </a:extLst>
          </p:cNvPr>
          <p:cNvSpPr txBox="1"/>
          <p:nvPr/>
        </p:nvSpPr>
        <p:spPr>
          <a:xfrm>
            <a:off x="8210311" y="210014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4557F0-0BC3-3C17-98DC-6F389AAC689D}"/>
                  </a:ext>
                </a:extLst>
              </p:cNvPr>
              <p:cNvSpPr txBox="1"/>
              <p:nvPr/>
            </p:nvSpPr>
            <p:spPr>
              <a:xfrm>
                <a:off x="288790" y="883205"/>
                <a:ext cx="7522827" cy="53412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근</m:t>
                    </m:r>
                  </m:oMath>
                </a14:m>
                <a:r>
                  <a:rPr lang="ko-KR" altLang="en-US" sz="1600" spc="-50" dirty="0"/>
                  <a:t>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이때는 대체효과와 소득효과가 반대방향으로 작용하여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 공급량이 증가할지 감소할지 불분명하다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대체효과는 노동공급량을 늘리는 방향으로 작용하지만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소득효과는 노동공급량을 줄이는 방향으로 작용하기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근</m:t>
                    </m:r>
                  </m:oMath>
                </a14:m>
                <a:r>
                  <a:rPr lang="ko-KR" altLang="en-US" sz="1600" spc="-50" dirty="0"/>
                  <a:t>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이때는 대체효과와 소득효과 모두 노동 공급량을 줄이는 방향으로 작용한다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전 슬라이드에서 </a:t>
                </a:r>
                <a:r>
                  <a:rPr lang="ko-KR" altLang="en-US" sz="1600" spc="-50" dirty="0" err="1"/>
                  <a:t>확인했다시피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이 경우에는 기울기에 변화가 없으므로 오직 소득효과만 나타나게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노동 공급량을 줄이게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4557F0-0BC3-3C17-98DC-6F389AAC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83205"/>
                <a:ext cx="7522827" cy="5341270"/>
              </a:xfrm>
              <a:prstGeom prst="rect">
                <a:avLst/>
              </a:prstGeom>
              <a:blipFill>
                <a:blip r:embed="rId3"/>
                <a:stretch>
                  <a:fillRect r="-243" b="-4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38341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9F6E4-8DDA-C786-A1B2-FAB59A74E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B8DD16-6510-DCFF-5557-69D5EAC58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C759E-F0A1-5353-65CE-670CEC09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F1FEC3-BF6D-0F94-24C4-B324B4D65C2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이론적으로 볼 때 근로장려세제의 도입은 노동 공급량을 줄이는 결과를 가져올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경제에 대한 실증연구 결과에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근로장려세제가 노동시간을 감소시키지 않은 것으로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이유로는 대부분의 근로자들이 노동시간을 자유로이 선택할 수 없는 상황에 처해 있다는 점이 있을 수 있고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다른 이유로는 근로자들이 근로장려세제의 구조에 대해 잘 모르기 때문일 수 있다는 해석이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위와 같이 근로장려세제만의 효과를 분석하는 것은 문제가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애당초 근로장려세제는 국민 기초생활보장제도와 같은 공공부조정책의 근로의욕 감퇴효과에 대한 보완책으로 도입된 것이기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근로장려세제가 노동공급에 미치는 영향을 현실성 있게 분석하려면 </a:t>
            </a:r>
            <a:r>
              <a:rPr lang="ko-KR" altLang="en-US" sz="1600" spc="-50" dirty="0" err="1"/>
              <a:t>국민기초생활보장제도와의</a:t>
            </a:r>
            <a:r>
              <a:rPr lang="ko-KR" altLang="en-US" sz="1600" spc="-50" dirty="0"/>
              <a:t> 상대적 맥락에서 접근해야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29804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</a:t>
            </a:r>
            <a:r>
              <a:rPr lang="ko-KR" altLang="en-US" sz="1600" b="1" spc="-50" dirty="0"/>
              <a:t>빈곤선</a:t>
            </a:r>
            <a:r>
              <a:rPr lang="ko-KR" altLang="en-US" sz="1600" spc="-50" dirty="0"/>
              <a:t>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14657</TotalTime>
  <Words>3645</Words>
  <Application>Microsoft Office PowerPoint</Application>
  <PresentationFormat>와이드스크린</PresentationFormat>
  <Paragraphs>313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HY헤드라인M</vt:lpstr>
      <vt:lpstr>KoPub돋움체 Light</vt:lpstr>
      <vt:lpstr>Arial</vt:lpstr>
      <vt:lpstr>Cambria Math</vt:lpstr>
      <vt:lpstr>Wingdings</vt:lpstr>
      <vt:lpstr>맑은 고딕</vt:lpstr>
      <vt:lpstr>Office 테마</vt:lpstr>
      <vt:lpstr>재 정 학</vt:lpstr>
      <vt:lpstr>Chapter 9  재분배정책</vt:lpstr>
      <vt:lpstr>Section 1. 재분배정책에 대한 찬반의견</vt:lpstr>
      <vt:lpstr>재분배정책에 대한 찬반의견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575</cp:revision>
  <dcterms:created xsi:type="dcterms:W3CDTF">2025-07-05T05:15:23Z</dcterms:created>
  <dcterms:modified xsi:type="dcterms:W3CDTF">2026-05-27T07:57:00Z</dcterms:modified>
</cp:coreProperties>
</file>
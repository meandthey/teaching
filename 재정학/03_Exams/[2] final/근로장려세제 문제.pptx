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400" d="100"/>
          <a:sy n="400" d="100"/>
        </p:scale>
        <p:origin x="-6192" y="-5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7E363-BFD5-2590-6AAC-CFBB1B931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2EF2F5-9F52-29C7-166D-A58B692D1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71E10-379B-C6FA-50CD-82C524D70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3A200-4142-3153-45A7-420A226F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232D3-B7FC-8954-ECCD-41A65763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3997D-A3BD-F900-C75C-0BA4532F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C9BF-E482-347D-78E7-A86319510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48FBF-4753-D3B1-8324-9D39FC79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8B051E-9E8E-465A-C385-36DE2DE4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B1483B-B97C-8C16-7307-70C94086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9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1F3FF-E600-DC8D-E868-B2BF7E65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9EE476-042F-98BE-6341-6FC4531B7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FE4F0-945D-7057-6DAA-61861B2D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9FD993-8BD1-867B-09CE-73918594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98F0B3-7EA2-CF6D-E9A8-E10046D7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673CC-29E3-4F0F-7C5F-836C94C6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88D19-3B9D-7C2F-B55B-874C1256F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957241-49C8-B724-E302-BE1DF843A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6C9606-AB09-FD2A-93ED-32840AA4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BF3EAC-6721-A7DA-C293-6D71F832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3BB313-5F76-E499-67BA-F51087F0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98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16DF7-B806-8BE6-BA9E-B0A93C01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18F2E6-EEBC-8949-28A1-0133F7CCB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E83261-BBFD-562C-2EE7-B71D77131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19A965-CEF4-A224-B86B-1480342F9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13DEBE-2817-8C52-9341-3C01E5341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CBBF2A-7B6F-33BB-FD3F-6B256DAF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F03F0D-3E55-1726-A169-96132DE0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0456F8-A868-739A-F5E3-3294E8F6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AB2B4-F551-1066-FACF-D5A5549A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7714E5-41ED-92B5-7249-B64FA1F6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81A614-A488-56F7-68FC-4319A325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3DF146-5462-4A2F-5532-ECBEBD83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36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CF1F9D-335A-C8A2-3439-9B5CBECD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3A9A4F-D1AE-37B1-4C91-A89B4975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D6A69A-79B9-BA46-DC65-9E98CBE2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69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52287-ACE6-60A6-EB8C-E6ECAE9C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23204-9715-29FB-6DB6-765F192BF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09A4A0-D8AD-117E-21F0-978401BB9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BD5392-02A1-CBCA-64BF-A8AAE888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880CC-292A-E622-8F5C-7CCD5139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60F2FD-520A-A505-4616-8EC239DD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5341E-EB83-7755-DDFF-9E47558A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274518-8D4A-370D-CA61-993DB047F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3DDADD-9096-5FB1-7580-A12957613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989C60-E78B-EB24-9C4F-159F4134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681CAE-28A1-010E-B96E-4B0AA41D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0B80D5-6088-75BD-0153-56C014C1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15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E730B-E1D7-9D1F-D874-24CE3641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C6799E-DA67-A211-7459-6318AA6C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59D261-45DA-DC15-0D8D-ED59FDFC8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425CD-27EA-45EE-07B3-5EB28E8F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01DF1-9502-348C-ACAE-C328CEA4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7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213BFD-E508-F308-EE84-56FF53809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7F7A49-8B8B-ABED-35AA-47A73B75F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44402-648A-F2C0-AC9C-78C7211A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F93E1-4814-FB72-1308-0D145BD7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8AF0BE-604B-145A-F424-F6DC68B6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85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54CF5F-7FF2-32B6-C673-A3777D90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04611E-9B66-8FEB-D935-3926B9EF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74B43-548A-07FD-FEF2-13D8B6EFF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75D98-8414-4559-A7A6-B2123B369100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14550-8060-E715-D90F-398A6D104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813AF9-0471-D8A6-E681-A5E08E322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D2479-1DE2-4DE8-8F93-2CB6F1D48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85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A4CBB30-2B87-FA6D-362C-D36558187AFF}"/>
              </a:ext>
            </a:extLst>
          </p:cNvPr>
          <p:cNvCxnSpPr>
            <a:cxnSpLocks/>
          </p:cNvCxnSpPr>
          <p:nvPr/>
        </p:nvCxnSpPr>
        <p:spPr>
          <a:xfrm>
            <a:off x="3359092" y="4691789"/>
            <a:ext cx="248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83F9E8D-4C3C-B26F-4A86-7E2D03B9B1C7}"/>
              </a:ext>
            </a:extLst>
          </p:cNvPr>
          <p:cNvCxnSpPr>
            <a:cxnSpLocks/>
          </p:cNvCxnSpPr>
          <p:nvPr/>
        </p:nvCxnSpPr>
        <p:spPr>
          <a:xfrm rot="16200000">
            <a:off x="2202380" y="3554652"/>
            <a:ext cx="248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96284D-1849-C13C-4712-50AC8BE144FD}"/>
              </a:ext>
            </a:extLst>
          </p:cNvPr>
          <p:cNvCxnSpPr>
            <a:cxnSpLocks/>
          </p:cNvCxnSpPr>
          <p:nvPr/>
        </p:nvCxnSpPr>
        <p:spPr>
          <a:xfrm>
            <a:off x="3444379" y="2741581"/>
            <a:ext cx="1929507" cy="195020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842F54D-2FDD-382A-EBDC-9D2D7338E4C2}"/>
              </a:ext>
            </a:extLst>
          </p:cNvPr>
          <p:cNvCxnSpPr>
            <a:cxnSpLocks/>
          </p:cNvCxnSpPr>
          <p:nvPr/>
        </p:nvCxnSpPr>
        <p:spPr>
          <a:xfrm>
            <a:off x="4529669" y="3427568"/>
            <a:ext cx="573016" cy="579666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81589F9-6629-B38F-E983-2DE861F095EB}"/>
              </a:ext>
            </a:extLst>
          </p:cNvPr>
          <p:cNvCxnSpPr>
            <a:cxnSpLocks/>
          </p:cNvCxnSpPr>
          <p:nvPr/>
        </p:nvCxnSpPr>
        <p:spPr>
          <a:xfrm flipH="1" flipV="1">
            <a:off x="5102685" y="4007234"/>
            <a:ext cx="271201" cy="684555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61B81C5-A18A-A2FD-51EB-DA6FAE0CF759}"/>
              </a:ext>
            </a:extLst>
          </p:cNvPr>
          <p:cNvCxnSpPr>
            <a:cxnSpLocks/>
          </p:cNvCxnSpPr>
          <p:nvPr/>
        </p:nvCxnSpPr>
        <p:spPr>
          <a:xfrm flipH="1" flipV="1">
            <a:off x="3642729" y="2942657"/>
            <a:ext cx="887138" cy="486344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D3E489C-C391-B1F4-E595-91B522C6BA8B}"/>
              </a:ext>
            </a:extLst>
          </p:cNvPr>
          <p:cNvSpPr/>
          <p:nvPr/>
        </p:nvSpPr>
        <p:spPr>
          <a:xfrm>
            <a:off x="5250060" y="4726293"/>
            <a:ext cx="1041400" cy="1836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여가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C248843-6683-CBDF-7F88-F2B7BB572401}"/>
              </a:ext>
            </a:extLst>
          </p:cNvPr>
          <p:cNvSpPr/>
          <p:nvPr/>
        </p:nvSpPr>
        <p:spPr>
          <a:xfrm>
            <a:off x="2566128" y="2347216"/>
            <a:ext cx="1041400" cy="35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처분가능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소득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7A64079C-1083-5FCD-9C92-82A266BB6E4D}"/>
              </a:ext>
            </a:extLst>
          </p:cNvPr>
          <p:cNvSpPr/>
          <p:nvPr/>
        </p:nvSpPr>
        <p:spPr>
          <a:xfrm>
            <a:off x="5202440" y="4519260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382BBD6-5278-7EAE-A01E-0BC6F0E998D5}"/>
              </a:ext>
            </a:extLst>
          </p:cNvPr>
          <p:cNvSpPr/>
          <p:nvPr/>
        </p:nvSpPr>
        <p:spPr>
          <a:xfrm>
            <a:off x="5116419" y="4081367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D3C9456-A823-7831-B87A-D73C086505FA}"/>
              </a:ext>
            </a:extLst>
          </p:cNvPr>
          <p:cNvSpPr/>
          <p:nvPr/>
        </p:nvSpPr>
        <p:spPr>
          <a:xfrm>
            <a:off x="4698528" y="4011043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120D05C-99FC-8040-027D-B6F441E40B6E}"/>
              </a:ext>
            </a:extLst>
          </p:cNvPr>
          <p:cNvSpPr/>
          <p:nvPr/>
        </p:nvSpPr>
        <p:spPr>
          <a:xfrm>
            <a:off x="4689000" y="3593102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4843E8D-C31D-396E-C164-7B19B14554AF}"/>
              </a:ext>
            </a:extLst>
          </p:cNvPr>
          <p:cNvSpPr/>
          <p:nvPr/>
        </p:nvSpPr>
        <p:spPr>
          <a:xfrm>
            <a:off x="4966294" y="3869644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793FA2B-1E36-1AD1-FBB3-185A45CFC5B4}"/>
              </a:ext>
            </a:extLst>
          </p:cNvPr>
          <p:cNvSpPr/>
          <p:nvPr/>
        </p:nvSpPr>
        <p:spPr>
          <a:xfrm>
            <a:off x="4118997" y="3420492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2C4D083-AB9D-948C-5B2A-6A9AF32A8D64}"/>
              </a:ext>
            </a:extLst>
          </p:cNvPr>
          <p:cNvSpPr/>
          <p:nvPr/>
        </p:nvSpPr>
        <p:spPr>
          <a:xfrm>
            <a:off x="4001297" y="3124873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A9415D8-A741-F58A-6AE6-7C2040326640}"/>
              </a:ext>
            </a:extLst>
          </p:cNvPr>
          <p:cNvSpPr/>
          <p:nvPr/>
        </p:nvSpPr>
        <p:spPr>
          <a:xfrm>
            <a:off x="5069004" y="4492145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2403BE7-3BD5-E025-7B51-0B405D81F4FA}"/>
              </a:ext>
            </a:extLst>
          </p:cNvPr>
          <p:cNvSpPr/>
          <p:nvPr/>
        </p:nvSpPr>
        <p:spPr>
          <a:xfrm>
            <a:off x="5114605" y="3987206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E0E1365-215E-1DA1-4FB6-233879E869CC}"/>
              </a:ext>
            </a:extLst>
          </p:cNvPr>
          <p:cNvSpPr/>
          <p:nvPr/>
        </p:nvSpPr>
        <p:spPr>
          <a:xfrm>
            <a:off x="4940504" y="3734460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D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3595E91-DF21-4341-9E28-6DE54EBF8BD3}"/>
              </a:ext>
            </a:extLst>
          </p:cNvPr>
          <p:cNvSpPr/>
          <p:nvPr/>
        </p:nvSpPr>
        <p:spPr>
          <a:xfrm>
            <a:off x="4611477" y="4056173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29541EE-280B-278A-D113-84E460DBEE8F}"/>
              </a:ext>
            </a:extLst>
          </p:cNvPr>
          <p:cNvSpPr/>
          <p:nvPr/>
        </p:nvSpPr>
        <p:spPr>
          <a:xfrm>
            <a:off x="4660829" y="3469844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DC1C2F5-6F02-769A-16DF-78527E101F12}"/>
              </a:ext>
            </a:extLst>
          </p:cNvPr>
          <p:cNvSpPr/>
          <p:nvPr/>
        </p:nvSpPr>
        <p:spPr>
          <a:xfrm>
            <a:off x="3984403" y="3020011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1C56D5A-34A3-FF39-2996-3B8ECAA82880}"/>
              </a:ext>
            </a:extLst>
          </p:cNvPr>
          <p:cNvSpPr/>
          <p:nvPr/>
        </p:nvSpPr>
        <p:spPr>
          <a:xfrm>
            <a:off x="5317758" y="4566142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50D3C8D-E163-2AEB-237D-7EA2AD419CEB}"/>
              </a:ext>
            </a:extLst>
          </p:cNvPr>
          <p:cNvSpPr/>
          <p:nvPr/>
        </p:nvSpPr>
        <p:spPr>
          <a:xfrm>
            <a:off x="5338536" y="4534165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A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C377830-03D0-52AE-94ED-86CA7B196187}"/>
              </a:ext>
            </a:extLst>
          </p:cNvPr>
          <p:cNvSpPr/>
          <p:nvPr/>
        </p:nvSpPr>
        <p:spPr>
          <a:xfrm>
            <a:off x="5077691" y="4525884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B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FA5DCAC-075A-3404-8C09-120A9BBC8C82}"/>
              </a:ext>
            </a:extLst>
          </p:cNvPr>
          <p:cNvSpPr/>
          <p:nvPr/>
        </p:nvSpPr>
        <p:spPr>
          <a:xfrm>
            <a:off x="4354985" y="3322964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444324D-8D36-932D-97A3-96FD60B0BBEB}"/>
              </a:ext>
            </a:extLst>
          </p:cNvPr>
          <p:cNvSpPr/>
          <p:nvPr/>
        </p:nvSpPr>
        <p:spPr>
          <a:xfrm>
            <a:off x="4338091" y="3218102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G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2F505E9-CE3C-3B20-824C-C389A53F2930}"/>
              </a:ext>
            </a:extLst>
          </p:cNvPr>
          <p:cNvSpPr/>
          <p:nvPr/>
        </p:nvSpPr>
        <p:spPr>
          <a:xfrm>
            <a:off x="3998815" y="3453603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H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16F6C481-002E-D29D-F435-0BB29724A2EB}"/>
              </a:ext>
            </a:extLst>
          </p:cNvPr>
          <p:cNvSpPr/>
          <p:nvPr/>
        </p:nvSpPr>
        <p:spPr>
          <a:xfrm>
            <a:off x="3538058" y="2833585"/>
            <a:ext cx="49352" cy="493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5BB5BEA-6836-7D59-7964-E70829E28E5E}"/>
              </a:ext>
            </a:extLst>
          </p:cNvPr>
          <p:cNvSpPr/>
          <p:nvPr/>
        </p:nvSpPr>
        <p:spPr>
          <a:xfrm>
            <a:off x="3538058" y="2717466"/>
            <a:ext cx="174101" cy="113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J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96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C34E-BF97-9B0E-CDC7-0D3F0DAD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4D4B481-4988-5209-595A-5C33DEE491D8}"/>
              </a:ext>
            </a:extLst>
          </p:cNvPr>
          <p:cNvCxnSpPr>
            <a:cxnSpLocks/>
          </p:cNvCxnSpPr>
          <p:nvPr/>
        </p:nvCxnSpPr>
        <p:spPr>
          <a:xfrm>
            <a:off x="2180439" y="6158141"/>
            <a:ext cx="360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886034D-4850-F7D9-A55A-46A72D5D9B9A}"/>
              </a:ext>
            </a:extLst>
          </p:cNvPr>
          <p:cNvCxnSpPr>
            <a:cxnSpLocks/>
          </p:cNvCxnSpPr>
          <p:nvPr/>
        </p:nvCxnSpPr>
        <p:spPr>
          <a:xfrm rot="16200000">
            <a:off x="465727" y="4463004"/>
            <a:ext cx="360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6B3675-729A-0E3F-B425-6D059099FE98}"/>
              </a:ext>
            </a:extLst>
          </p:cNvPr>
          <p:cNvCxnSpPr>
            <a:cxnSpLocks/>
          </p:cNvCxnSpPr>
          <p:nvPr/>
        </p:nvCxnSpPr>
        <p:spPr>
          <a:xfrm>
            <a:off x="2265726" y="4207933"/>
            <a:ext cx="1929507" cy="19502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CDA9A0-26A5-90B7-4992-CE9C359420D6}"/>
              </a:ext>
            </a:extLst>
          </p:cNvPr>
          <p:cNvCxnSpPr>
            <a:cxnSpLocks/>
          </p:cNvCxnSpPr>
          <p:nvPr/>
        </p:nvCxnSpPr>
        <p:spPr>
          <a:xfrm>
            <a:off x="3346449" y="4895352"/>
            <a:ext cx="664634" cy="676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5C0753B-4765-27D4-DE1C-C78CB95A2B23}"/>
              </a:ext>
            </a:extLst>
          </p:cNvPr>
          <p:cNvCxnSpPr>
            <a:cxnSpLocks/>
          </p:cNvCxnSpPr>
          <p:nvPr/>
        </p:nvCxnSpPr>
        <p:spPr>
          <a:xfrm flipH="1" flipV="1">
            <a:off x="4011083" y="5571812"/>
            <a:ext cx="184150" cy="586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48444BE-1A39-1966-74FC-3E0F8216F05B}"/>
              </a:ext>
            </a:extLst>
          </p:cNvPr>
          <p:cNvCxnSpPr>
            <a:cxnSpLocks/>
          </p:cNvCxnSpPr>
          <p:nvPr/>
        </p:nvCxnSpPr>
        <p:spPr>
          <a:xfrm flipH="1" flipV="1">
            <a:off x="2595033" y="4540250"/>
            <a:ext cx="751417" cy="355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59B14C-1FBE-D714-E692-783B1DBEE844}"/>
              </a:ext>
            </a:extLst>
          </p:cNvPr>
          <p:cNvSpPr/>
          <p:nvPr/>
        </p:nvSpPr>
        <p:spPr>
          <a:xfrm>
            <a:off x="5200650" y="6236245"/>
            <a:ext cx="1041400" cy="1836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여가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FB664A0-A2F3-0997-3D5A-E70118AA14D4}"/>
              </a:ext>
            </a:extLst>
          </p:cNvPr>
          <p:cNvSpPr/>
          <p:nvPr/>
        </p:nvSpPr>
        <p:spPr>
          <a:xfrm>
            <a:off x="1346200" y="2474763"/>
            <a:ext cx="1041400" cy="35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처분가능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소득</a:t>
            </a:r>
          </a:p>
        </p:txBody>
      </p:sp>
    </p:spTree>
    <p:extLst>
      <p:ext uri="{BB962C8B-B14F-4D97-AF65-F5344CB8AC3E}">
        <p14:creationId xmlns:p14="http://schemas.microsoft.com/office/powerpoint/2010/main" val="2057673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</Words>
  <Application>Microsoft Office PowerPoint</Application>
  <PresentationFormat>와이드스크린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Seungho Jeon</dc:creator>
  <cp:lastModifiedBy>Seungho Jeon</cp:lastModifiedBy>
  <cp:revision>3</cp:revision>
  <dcterms:created xsi:type="dcterms:W3CDTF">2026-06-10T04:28:48Z</dcterms:created>
  <dcterms:modified xsi:type="dcterms:W3CDTF">2026-06-10T05:36:21Z</dcterms:modified>
</cp:coreProperties>
</file>
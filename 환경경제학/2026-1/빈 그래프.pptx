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4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15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F3D054F0-8210-4DEE-873D-A398802F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3" t="1955" r="1806" b="3748"/>
          <a:stretch>
            <a:fillRect/>
          </a:stretch>
        </p:blipFill>
        <p:spPr>
          <a:xfrm>
            <a:off x="2191390" y="837112"/>
            <a:ext cx="5933347" cy="57408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빈 그래프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98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13602</TotalTime>
  <Words>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맑은 고딕</vt:lpstr>
      <vt:lpstr>Arial</vt:lpstr>
      <vt:lpstr>Office 테마</vt:lpstr>
      <vt:lpstr>빈 그래프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466</cp:revision>
  <dcterms:created xsi:type="dcterms:W3CDTF">2025-07-05T05:15:23Z</dcterms:created>
  <dcterms:modified xsi:type="dcterms:W3CDTF">2026-10-28T23:07:49Z</dcterms:modified>
</cp:coreProperties>
</file>
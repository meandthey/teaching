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4"/>
  </p:notesMasterIdLst>
  <p:sldIdLst>
    <p:sldId id="487" r:id="rId2"/>
    <p:sldId id="488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70B12"/>
    <a:srgbClr val="E9E9E9"/>
    <a:srgbClr val="FFFFFF"/>
    <a:srgbClr val="E15F5F"/>
    <a:srgbClr val="F8F7FC"/>
    <a:srgbClr val="2D72BE"/>
    <a:srgbClr val="0047A0"/>
    <a:srgbClr val="E3605B"/>
    <a:srgbClr val="FF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>
        <p:scale>
          <a:sx n="125" d="100"/>
          <a:sy n="125" d="100"/>
        </p:scale>
        <p:origin x="872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라인, 텍스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7EEAE1D-43FE-17C3-0914-F06FB7E1C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85" y="647743"/>
            <a:ext cx="7178396" cy="613035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3811631-2ECB-7517-64FA-7EC7B7085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독점의 사회적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C07FEC-43AF-C8FA-F982-8CB72CC90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429BD7-824C-A463-E389-A9988ECB2BC9}"/>
              </a:ext>
            </a:extLst>
          </p:cNvPr>
          <p:cNvSpPr txBox="1"/>
          <p:nvPr/>
        </p:nvSpPr>
        <p:spPr>
          <a:xfrm>
            <a:off x="9794044" y="3270280"/>
            <a:ext cx="229278" cy="32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spc="-50" dirty="0"/>
              <a:t>b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856BEA-74EC-5B8A-C1AA-85CC21C35A46}"/>
              </a:ext>
            </a:extLst>
          </p:cNvPr>
          <p:cNvSpPr txBox="1"/>
          <p:nvPr/>
        </p:nvSpPr>
        <p:spPr>
          <a:xfrm>
            <a:off x="11816901" y="3098131"/>
            <a:ext cx="229278" cy="32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spc="-50" dirty="0"/>
              <a:t>g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331819-BDB6-9D56-DFA5-505916C374CC}"/>
              </a:ext>
            </a:extLst>
          </p:cNvPr>
          <p:cNvSpPr txBox="1"/>
          <p:nvPr/>
        </p:nvSpPr>
        <p:spPr>
          <a:xfrm>
            <a:off x="10196690" y="2678531"/>
            <a:ext cx="2292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D78934-A8C8-83C4-8CC0-DC60B4F42679}"/>
              </a:ext>
            </a:extLst>
          </p:cNvPr>
          <p:cNvSpPr txBox="1"/>
          <p:nvPr/>
        </p:nvSpPr>
        <p:spPr>
          <a:xfrm>
            <a:off x="11816901" y="2448262"/>
            <a:ext cx="229278" cy="32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pc="-50" dirty="0"/>
              <a:t>d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20D4A6-B67A-6888-E65E-2A6CFDBEDE99}"/>
              </a:ext>
            </a:extLst>
          </p:cNvPr>
          <p:cNvSpPr txBox="1"/>
          <p:nvPr/>
        </p:nvSpPr>
        <p:spPr>
          <a:xfrm>
            <a:off x="13055175" y="3098131"/>
            <a:ext cx="229278" cy="32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spc="-50" dirty="0"/>
              <a:t>c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29FCBA-895A-1348-D06C-C3F35029F0CC}"/>
              </a:ext>
            </a:extLst>
          </p:cNvPr>
          <p:cNvSpPr txBox="1"/>
          <p:nvPr/>
        </p:nvSpPr>
        <p:spPr>
          <a:xfrm>
            <a:off x="11816901" y="3921166"/>
            <a:ext cx="229278" cy="32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spc="-50" dirty="0"/>
              <a:t>e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2824C9-4F04-FB60-9B32-205D12C0149B}"/>
              </a:ext>
            </a:extLst>
          </p:cNvPr>
          <p:cNvSpPr txBox="1"/>
          <p:nvPr/>
        </p:nvSpPr>
        <p:spPr>
          <a:xfrm>
            <a:off x="7311701" y="3047863"/>
            <a:ext cx="641978" cy="32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pc="-50" dirty="0"/>
              <a:t>MC</a:t>
            </a:r>
            <a:r>
              <a:rPr lang="en-US" altLang="ko-KR" spc="-50" baseline="-25000" dirty="0"/>
              <a:t>s</a:t>
            </a:r>
            <a:endParaRPr lang="ko-KR" altLang="en-US" baseline="-25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B8037E-6A5D-2459-A6EB-3E44700FCD37}"/>
              </a:ext>
            </a:extLst>
          </p:cNvPr>
          <p:cNvSpPr txBox="1"/>
          <p:nvPr/>
        </p:nvSpPr>
        <p:spPr>
          <a:xfrm>
            <a:off x="7311701" y="3814378"/>
            <a:ext cx="641978" cy="32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pc="-50" dirty="0"/>
              <a:t>MC</a:t>
            </a:r>
            <a:r>
              <a:rPr lang="en-US" altLang="ko-KR" spc="-50" baseline="-25000" dirty="0"/>
              <a:t>P</a:t>
            </a:r>
            <a:endParaRPr lang="ko-KR" altLang="en-US" baseline="-25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09F694-2262-F9A2-2B4A-9D086E07D1B0}"/>
              </a:ext>
            </a:extLst>
          </p:cNvPr>
          <p:cNvSpPr txBox="1"/>
          <p:nvPr/>
        </p:nvSpPr>
        <p:spPr>
          <a:xfrm>
            <a:off x="7321363" y="4853454"/>
            <a:ext cx="641978" cy="32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pc="-50" dirty="0"/>
              <a:t>MC</a:t>
            </a:r>
            <a:r>
              <a:rPr lang="en-US" altLang="ko-KR" spc="-50" baseline="30000" dirty="0"/>
              <a:t>*</a:t>
            </a:r>
            <a:endParaRPr lang="ko-KR" altLang="en-US" baseline="30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C86793-A0E6-A176-28A9-D8EC0B9CE2DA}"/>
              </a:ext>
            </a:extLst>
          </p:cNvPr>
          <p:cNvSpPr txBox="1"/>
          <p:nvPr/>
        </p:nvSpPr>
        <p:spPr>
          <a:xfrm>
            <a:off x="6311182" y="5346429"/>
            <a:ext cx="641978" cy="32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pc="-50" dirty="0"/>
              <a:t>MR</a:t>
            </a:r>
            <a:r>
              <a:rPr lang="en-US" altLang="ko-KR" spc="-50" baseline="30000" dirty="0"/>
              <a:t>1</a:t>
            </a:r>
            <a:endParaRPr lang="ko-KR" altLang="en-US" baseline="30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C1BA18-A432-1478-A297-A94499573EB9}"/>
              </a:ext>
            </a:extLst>
          </p:cNvPr>
          <p:cNvSpPr txBox="1"/>
          <p:nvPr/>
        </p:nvSpPr>
        <p:spPr>
          <a:xfrm>
            <a:off x="4758293" y="5346429"/>
            <a:ext cx="641978" cy="32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pc="-50" dirty="0"/>
              <a:t>MR</a:t>
            </a:r>
            <a:endParaRPr lang="ko-KR" altLang="en-US" baseline="30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E76B64-E5EC-0AF7-8BD0-777F07070B5C}"/>
              </a:ext>
            </a:extLst>
          </p:cNvPr>
          <p:cNvSpPr txBox="1"/>
          <p:nvPr/>
        </p:nvSpPr>
        <p:spPr>
          <a:xfrm>
            <a:off x="6252732" y="4138563"/>
            <a:ext cx="8266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pc="-50" dirty="0"/>
              <a:t>D=AR</a:t>
            </a:r>
            <a:endParaRPr lang="ko-KR" altLang="en-US" baseline="30000" dirty="0"/>
          </a:p>
        </p:txBody>
      </p:sp>
    </p:spTree>
    <p:extLst>
      <p:ext uri="{BB962C8B-B14F-4D97-AF65-F5344CB8AC3E}">
        <p14:creationId xmlns:p14="http://schemas.microsoft.com/office/powerpoint/2010/main" val="3577064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도표, 텍스트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9A102-1B0D-F405-F6FF-8CFF904383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95" t="4294" b="94751"/>
          <a:stretch>
            <a:fillRect/>
          </a:stretch>
        </p:blipFill>
        <p:spPr>
          <a:xfrm>
            <a:off x="4148085" y="2641296"/>
            <a:ext cx="3895830" cy="4571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B73BC07-4D2D-6AC1-6B09-335165C38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1D923A-83E2-5ED3-A191-2F4B0E91E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5" name="그림 4" descr="도표, 텍스트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6B180E6-4B4A-A9FC-1E7D-35631F1185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95" t="48826"/>
          <a:stretch>
            <a:fillRect/>
          </a:stretch>
        </p:blipFill>
        <p:spPr>
          <a:xfrm>
            <a:off x="4148085" y="2651847"/>
            <a:ext cx="3895830" cy="2451281"/>
          </a:xfrm>
          <a:prstGeom prst="rect">
            <a:avLst/>
          </a:prstGeom>
        </p:spPr>
      </p:pic>
      <p:pic>
        <p:nvPicPr>
          <p:cNvPr id="7" name="그림 6" descr="도표, 텍스트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80C026-CCEB-C85B-1F3E-5A299D38E3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752" t="28511" r="70205" b="68074"/>
          <a:stretch>
            <a:fillRect/>
          </a:stretch>
        </p:blipFill>
        <p:spPr>
          <a:xfrm>
            <a:off x="5113692" y="3016769"/>
            <a:ext cx="336550" cy="1635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ACDAD1F-C36D-8855-67C3-4002A6D8B9BB}"/>
              </a:ext>
            </a:extLst>
          </p:cNvPr>
          <p:cNvSpPr txBox="1"/>
          <p:nvPr/>
        </p:nvSpPr>
        <p:spPr>
          <a:xfrm>
            <a:off x="4631299" y="4232685"/>
            <a:ext cx="712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900" spc="-50" dirty="0"/>
              <a:t>a</a:t>
            </a:r>
            <a:endParaRPr lang="ko-KR" altLang="en-US" sz="9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25AD5B-FFC0-2C69-5FC8-4C52B9C820BC}"/>
              </a:ext>
            </a:extLst>
          </p:cNvPr>
          <p:cNvSpPr txBox="1"/>
          <p:nvPr/>
        </p:nvSpPr>
        <p:spPr>
          <a:xfrm>
            <a:off x="5246869" y="4383541"/>
            <a:ext cx="712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900" dirty="0"/>
              <a:t>b</a:t>
            </a:r>
            <a:endParaRPr lang="ko-KR" alt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B8B364-896B-436C-1823-0E2A433E9FE5}"/>
              </a:ext>
            </a:extLst>
          </p:cNvPr>
          <p:cNvSpPr txBox="1"/>
          <p:nvPr/>
        </p:nvSpPr>
        <p:spPr>
          <a:xfrm>
            <a:off x="5404624" y="4156450"/>
            <a:ext cx="712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900" spc="-50" dirty="0"/>
              <a:t>c</a:t>
            </a:r>
            <a:endParaRPr lang="ko-KR" altLang="en-US" sz="9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747167-698A-8B89-2909-1FC23EDD0E8F}"/>
              </a:ext>
            </a:extLst>
          </p:cNvPr>
          <p:cNvSpPr txBox="1"/>
          <p:nvPr/>
        </p:nvSpPr>
        <p:spPr>
          <a:xfrm>
            <a:off x="5602877" y="4320035"/>
            <a:ext cx="712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900" spc="-50" dirty="0"/>
              <a:t>d</a:t>
            </a:r>
            <a:endParaRPr lang="ko-KR" altLang="en-US" sz="9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F8BDF7-4AC5-AEA7-78F4-565157DC9910}"/>
              </a:ext>
            </a:extLst>
          </p:cNvPr>
          <p:cNvSpPr txBox="1"/>
          <p:nvPr/>
        </p:nvSpPr>
        <p:spPr>
          <a:xfrm>
            <a:off x="5994022" y="4309484"/>
            <a:ext cx="712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900" spc="-50" dirty="0"/>
              <a:t>e</a:t>
            </a:r>
            <a:endParaRPr lang="ko-KR" altLang="en-US" sz="900" dirty="0"/>
          </a:p>
        </p:txBody>
      </p:sp>
      <p:pic>
        <p:nvPicPr>
          <p:cNvPr id="14" name="그림 13" descr="도표, 텍스트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E1E3224-E66B-573F-50E4-BFFDBE5015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32" t="43968" r="94021" b="50332"/>
          <a:stretch>
            <a:fillRect/>
          </a:stretch>
        </p:blipFill>
        <p:spPr>
          <a:xfrm>
            <a:off x="4148085" y="3361725"/>
            <a:ext cx="186108" cy="273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839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10562</TotalTime>
  <Words>25</Words>
  <Application>Microsoft Office PowerPoint</Application>
  <PresentationFormat>와이드스크린</PresentationFormat>
  <Paragraphs>20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HY헤드라인M</vt:lpstr>
      <vt:lpstr>맑은 고딕</vt:lpstr>
      <vt:lpstr>Arial</vt:lpstr>
      <vt:lpstr>Office 테마</vt:lpstr>
      <vt:lpstr>독점의 사회적 비용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357</cp:revision>
  <dcterms:created xsi:type="dcterms:W3CDTF">2025-07-05T05:15:23Z</dcterms:created>
  <dcterms:modified xsi:type="dcterms:W3CDTF">2025-10-17T06:56:00Z</dcterms:modified>
</cp:coreProperties>
</file>
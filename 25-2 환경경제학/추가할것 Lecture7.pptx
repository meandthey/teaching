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375" r:id="rId2"/>
    <p:sldId id="525" r:id="rId3"/>
    <p:sldId id="526" r:id="rId4"/>
    <p:sldId id="36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125B-2F32-C1A2-91F7-A3C20C56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04E68-6A93-AB36-BD35-264F5D6BA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부록</a:t>
            </a:r>
            <a:r>
              <a:rPr lang="en-US" altLang="ko-KR" dirty="0"/>
              <a:t>] </a:t>
            </a:r>
            <a:r>
              <a:rPr lang="ko-KR" altLang="en-US" dirty="0"/>
              <a:t>배출량기준 거래제의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D9F7D-A4E5-76DC-3578-50C0A1BC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06334-155D-7C1A-648C-05CD7E37057D}"/>
              </a:ext>
            </a:extLst>
          </p:cNvPr>
          <p:cNvSpPr txBox="1"/>
          <p:nvPr/>
        </p:nvSpPr>
        <p:spPr>
          <a:xfrm>
            <a:off x="678872" y="958844"/>
            <a:ext cx="1113212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부록 추가할 것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교재 </a:t>
            </a:r>
            <a:r>
              <a:rPr lang="en-US" altLang="ko-KR" sz="1600" spc="-50" dirty="0"/>
              <a:t>183p)</a:t>
            </a:r>
          </a:p>
        </p:txBody>
      </p:sp>
    </p:spTree>
    <p:extLst>
      <p:ext uri="{BB962C8B-B14F-4D97-AF65-F5344CB8AC3E}">
        <p14:creationId xmlns:p14="http://schemas.microsoft.com/office/powerpoint/2010/main" val="95076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A2C0-5049-CA62-6CC7-68D5AE78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F32F2-7757-7EC2-B841-396CBEA7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부록</a:t>
            </a:r>
            <a:r>
              <a:rPr lang="en-US" altLang="ko-KR" dirty="0"/>
              <a:t>] </a:t>
            </a:r>
            <a:r>
              <a:rPr lang="ko-KR" altLang="en-US" dirty="0"/>
              <a:t>오염도기준 거래제의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ABC23-F234-3945-C889-64D17B1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96DE6-E394-6798-7F45-7C868270BE4B}"/>
              </a:ext>
            </a:extLst>
          </p:cNvPr>
          <p:cNvSpPr txBox="1"/>
          <p:nvPr/>
        </p:nvSpPr>
        <p:spPr>
          <a:xfrm>
            <a:off x="678872" y="958844"/>
            <a:ext cx="1113212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부록 추가할 것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교재 </a:t>
            </a:r>
            <a:r>
              <a:rPr lang="en-US" altLang="ko-KR" sz="1600" spc="-50" dirty="0"/>
              <a:t>186p)</a:t>
            </a:r>
          </a:p>
        </p:txBody>
      </p:sp>
    </p:spTree>
    <p:extLst>
      <p:ext uri="{BB962C8B-B14F-4D97-AF65-F5344CB8AC3E}">
        <p14:creationId xmlns:p14="http://schemas.microsoft.com/office/powerpoint/2010/main" val="14732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13793</TotalTime>
  <Words>37</Words>
  <Application>Microsoft Office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HY헤드라인M</vt:lpstr>
      <vt:lpstr>KoPub돋움체 Light</vt:lpstr>
      <vt:lpstr>맑은 고딕</vt:lpstr>
      <vt:lpstr>Arial</vt:lpstr>
      <vt:lpstr>Office 테마</vt:lpstr>
      <vt:lpstr>환경경제학</vt:lpstr>
      <vt:lpstr>[부록] 배출량기준 거래제의 비용효과성</vt:lpstr>
      <vt:lpstr>[부록] 오염도기준 거래제의 비용효과성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433</cp:revision>
  <dcterms:created xsi:type="dcterms:W3CDTF">2025-07-05T05:15:23Z</dcterms:created>
  <dcterms:modified xsi:type="dcterms:W3CDTF">2025-10-12T10:52:58Z</dcterms:modified>
</cp:coreProperties>
</file>
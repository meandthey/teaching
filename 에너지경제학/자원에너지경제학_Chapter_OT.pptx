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75" r:id="rId2"/>
    <p:sldId id="400" r:id="rId3"/>
    <p:sldId id="571" r:id="rId4"/>
    <p:sldId id="570" r:id="rId5"/>
    <p:sldId id="3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자원</a:t>
            </a:r>
            <a:r>
              <a:rPr lang="en-US" altLang="ko-KR" sz="6600" b="1" i="0" dirty="0"/>
              <a:t>·</a:t>
            </a:r>
            <a:r>
              <a:rPr lang="ko-KR" altLang="en-US" sz="6600" b="1" i="0" dirty="0"/>
              <a:t>에너지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OT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8085-6655-CBDE-0744-0787D69186BA}"/>
              </a:ext>
            </a:extLst>
          </p:cNvPr>
          <p:cNvSpPr txBox="1"/>
          <p:nvPr/>
        </p:nvSpPr>
        <p:spPr>
          <a:xfrm>
            <a:off x="678872" y="879786"/>
            <a:ext cx="10975831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수업 운영 방식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 중심의 수업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수업 중 언제든지 어떤 주제도 질문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취식 가능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냄새만 심하게 안나면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성적 평가 방법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en-US" altLang="ko-KR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상대평가</a:t>
            </a:r>
            <a:endParaRPr lang="en-US" altLang="ko-KR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출석</a:t>
            </a:r>
            <a:r>
              <a:rPr lang="en-US" altLang="ko-KR" sz="1600" spc="-50" dirty="0"/>
              <a:t>: 10%, </a:t>
            </a: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45%, </a:t>
            </a:r>
            <a:r>
              <a:rPr lang="ko-KR" altLang="en-US" sz="1600" spc="-50" dirty="0"/>
              <a:t>기말고사 </a:t>
            </a:r>
            <a:r>
              <a:rPr lang="en-US" altLang="ko-KR" sz="1600" spc="-50" dirty="0"/>
              <a:t>45%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형식</a:t>
            </a:r>
            <a:r>
              <a:rPr lang="en-US" altLang="ko-KR" sz="1600" spc="-50" dirty="0"/>
              <a:t>: OX, </a:t>
            </a:r>
            <a:r>
              <a:rPr lang="ko-KR" altLang="en-US" sz="1600" spc="-50" dirty="0"/>
              <a:t>객관식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주관식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계산형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서술형 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　</a:t>
            </a: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개별 면담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705</a:t>
            </a:r>
            <a:r>
              <a:rPr lang="ko-KR" altLang="en-US" sz="1600" spc="-50" dirty="0"/>
              <a:t>호 노크해서 내가 자리에 있으면 언제든지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미리 이메일 통해서 약속 잡는 것도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면담내용은 어떤 내용도 환영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C2E-9805-3FDA-3B62-DFF22299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F29E0-1A5C-A721-6CB1-311BDD2E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6110A-555C-B598-0791-EA80770A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86532-68D4-694C-BFA5-E28D02EB8E76}"/>
              </a:ext>
            </a:extLst>
          </p:cNvPr>
          <p:cNvSpPr txBox="1"/>
          <p:nvPr/>
        </p:nvSpPr>
        <p:spPr>
          <a:xfrm>
            <a:off x="678872" y="1038536"/>
            <a:ext cx="10975831" cy="4661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교과서 및 강의자료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에너지경제학</a:t>
            </a:r>
            <a:r>
              <a:rPr lang="en-US" altLang="ko-KR" sz="1600" spc="-50" dirty="0"/>
              <a:t> 6</a:t>
            </a:r>
            <a:r>
              <a:rPr lang="ko-KR" altLang="en-US" sz="1600" spc="-50" dirty="0"/>
              <a:t>판</a:t>
            </a:r>
            <a:r>
              <a:rPr lang="en-US" altLang="ko-KR" sz="1600" spc="-50" dirty="0"/>
              <a:t>, (</a:t>
            </a:r>
            <a:r>
              <a:rPr lang="ko-KR" altLang="en-US" sz="1600" spc="-50" dirty="0"/>
              <a:t>출판사</a:t>
            </a:r>
            <a:r>
              <a:rPr lang="en-US" altLang="ko-KR" sz="1600" spc="-50" dirty="0"/>
              <a:t>: </a:t>
            </a:r>
            <a:r>
              <a:rPr lang="ko-KR" altLang="en-US" sz="1600" spc="-50" dirty="0" err="1"/>
              <a:t>박영사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김동훈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에너지경제와 관련된 다양한 교양수준의 서적들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위 서적들을 토대로 </a:t>
            </a:r>
            <a:r>
              <a:rPr lang="en-US" altLang="ko-KR" sz="1600" spc="-50" dirty="0"/>
              <a:t>PPT</a:t>
            </a:r>
            <a:r>
              <a:rPr lang="ko-KR" altLang="en-US" sz="1600" spc="-50" dirty="0"/>
              <a:t>자료 제작 후 </a:t>
            </a:r>
            <a:r>
              <a:rPr lang="en-US" altLang="ko-KR" sz="1600" spc="-50" dirty="0"/>
              <a:t>PDF</a:t>
            </a:r>
            <a:r>
              <a:rPr lang="ko-KR" altLang="en-US" sz="1600" spc="-50" dirty="0"/>
              <a:t>로 제공할 예정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진도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예정이므로 바뀔 수 있음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중간고사</a:t>
            </a:r>
            <a:endParaRPr lang="en-US" altLang="ko-KR" sz="1600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n w="3175">
                  <a:noFill/>
                </a:ln>
                <a:latin typeface="+mn-ea"/>
              </a:rPr>
              <a:t>에너지 기초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: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 에너지 개요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에너지 형태와 변환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전통 에너지 자원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석유시장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 시장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 시장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원자력 에너지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기말고사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전력 시스템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재생에너지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전기에너지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전력시장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에너지정책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5767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B801-E456-B9B0-B3C7-11004823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6A298-2743-DDF9-70D5-4A59D6E1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F859BE-9347-3CE7-8FCC-8559C556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F4594-DBE1-FF47-7F8D-719EA4706714}"/>
              </a:ext>
            </a:extLst>
          </p:cNvPr>
          <p:cNvSpPr txBox="1"/>
          <p:nvPr/>
        </p:nvSpPr>
        <p:spPr>
          <a:xfrm>
            <a:off x="678872" y="1038536"/>
            <a:ext cx="10975831" cy="829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보강 운영 계획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11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17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화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학회 참석으로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대면 수업은 없음</a:t>
            </a:r>
            <a:r>
              <a:rPr lang="en-US" altLang="ko-KR" sz="1600" spc="-50" dirty="0"/>
              <a:t>. &gt;&gt; </a:t>
            </a:r>
            <a:r>
              <a:rPr lang="ko-KR" altLang="en-US" sz="1600" spc="-50" dirty="0"/>
              <a:t>온라인 동영상을 업로드할 예정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1C87E6-2765-ECD3-873D-C979F65FC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7" y="2269406"/>
            <a:ext cx="5989138" cy="372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6115</TotalTime>
  <Words>184</Words>
  <Application>Microsoft Office PowerPoint</Application>
  <PresentationFormat>와이드스크린</PresentationFormat>
  <Paragraphs>43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수업개요</vt:lpstr>
      <vt:lpstr>수업개요</vt:lpstr>
      <vt:lpstr>수업개요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144</cp:revision>
  <dcterms:created xsi:type="dcterms:W3CDTF">2025-07-05T05:15:23Z</dcterms:created>
  <dcterms:modified xsi:type="dcterms:W3CDTF">2026-09-01T00:52:29Z</dcterms:modified>
</cp:coreProperties>
</file>
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5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2" r:id="rId15"/>
    <p:sldId id="643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34" r:id="rId24"/>
    <p:sldId id="654" r:id="rId25"/>
    <p:sldId id="653" r:id="rId26"/>
    <p:sldId id="655" r:id="rId27"/>
    <p:sldId id="656" r:id="rId28"/>
    <p:sldId id="657" r:id="rId29"/>
    <p:sldId id="658" r:id="rId30"/>
    <p:sldId id="659" r:id="rId31"/>
    <p:sldId id="661" r:id="rId32"/>
    <p:sldId id="662" r:id="rId33"/>
    <p:sldId id="663" r:id="rId34"/>
    <p:sldId id="665" r:id="rId35"/>
    <p:sldId id="664" r:id="rId36"/>
    <p:sldId id="667" r:id="rId37"/>
    <p:sldId id="668" r:id="rId38"/>
    <p:sldId id="669" r:id="rId39"/>
    <p:sldId id="670" r:id="rId40"/>
    <p:sldId id="671" r:id="rId41"/>
    <p:sldId id="672" r:id="rId42"/>
    <p:sldId id="673" r:id="rId43"/>
    <p:sldId id="364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9264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11238</TotalTime>
  <Words>4922</Words>
  <Application>Microsoft Office PowerPoint</Application>
  <PresentationFormat>와이드스크린</PresentationFormat>
  <Paragraphs>585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425</cp:revision>
  <dcterms:created xsi:type="dcterms:W3CDTF">2025-07-05T05:15:23Z</dcterms:created>
  <dcterms:modified xsi:type="dcterms:W3CDTF">2026-08-28T07:14:08Z</dcterms:modified>
</cp:coreProperties>
</file>
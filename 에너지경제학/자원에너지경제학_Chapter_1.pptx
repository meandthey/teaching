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375" r:id="rId2"/>
    <p:sldId id="405" r:id="rId3"/>
    <p:sldId id="550" r:id="rId4"/>
    <p:sldId id="376" r:id="rId5"/>
    <p:sldId id="552" r:id="rId6"/>
    <p:sldId id="364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54" d="100"/>
          <a:sy n="154" d="100"/>
        </p:scale>
        <p:origin x="524" y="1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8406</TotalTime>
  <Words>131</Words>
  <Application>Microsoft Office PowerPoint</Application>
  <PresentationFormat>와이드스크린</PresentationFormat>
  <Paragraphs>22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중앙정부의 재정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206</cp:revision>
  <dcterms:created xsi:type="dcterms:W3CDTF">2025-07-05T05:15:23Z</dcterms:created>
  <dcterms:modified xsi:type="dcterms:W3CDTF">2026-05-19T08:45:20Z</dcterms:modified>
</cp:coreProperties>
</file>
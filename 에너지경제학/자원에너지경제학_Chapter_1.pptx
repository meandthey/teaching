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6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1" r:id="rId10"/>
    <p:sldId id="559" r:id="rId11"/>
    <p:sldId id="560" r:id="rId12"/>
    <p:sldId id="556" r:id="rId13"/>
    <p:sldId id="554" r:id="rId14"/>
    <p:sldId id="364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78" d="100"/>
          <a:sy n="78" d="100"/>
        </p:scale>
        <p:origin x="126" y="15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우리 주변을 환하게 비추어주는 햇빛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(LED </a:t>
            </a:r>
            <a:r>
              <a:rPr lang="ko-KR" altLang="en-US" sz="1600" spc="-50" dirty="0"/>
              <a:t>및 </a:t>
            </a:r>
            <a:r>
              <a:rPr lang="ko-KR" altLang="en-US" sz="1600" spc="-50" dirty="0" err="1"/>
              <a:t>백열구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빛을 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 눈에 들어온다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이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 </a:t>
            </a:r>
            <a:r>
              <a:rPr lang="ko-KR" altLang="en-US" sz="1600" spc="-50" dirty="0"/>
              <a:t>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이거를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/>
              <a:t>.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/>
        </p:nvGraphicFramePr>
        <p:xfrm>
          <a:off x="917945" y="3330261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칼로리도 서로 다른 단위로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0.239cal (</a:t>
            </a:r>
            <a:r>
              <a:rPr lang="ko-KR" altLang="en-US" sz="1600" spc="-50" dirty="0"/>
              <a:t>참고로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센티미터</a:t>
            </a:r>
            <a:r>
              <a:rPr lang="en-US" altLang="ko-KR" sz="1600" spc="-50" dirty="0"/>
              <a:t> 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0.39</a:t>
            </a:r>
            <a:r>
              <a:rPr lang="ko-KR" altLang="en-US" sz="1600" spc="-50" dirty="0"/>
              <a:t>인치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섭씨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화씨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도와 같다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inch</a:t>
            </a:r>
            <a:r>
              <a:rPr lang="ko-KR" altLang="en-US" sz="1600" spc="-50" dirty="0"/>
              <a:t>로 재기도 한다</a:t>
            </a:r>
            <a:r>
              <a:rPr lang="en-US" altLang="ko-KR" sz="1600" spc="-50" dirty="0"/>
              <a:t>. (1cm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0.394 inch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.) </a:t>
            </a:r>
            <a:r>
              <a:rPr lang="ko-KR" altLang="en-US" sz="1600" spc="-50" dirty="0"/>
              <a:t>또 다른 예로는 섭씨와 화씨</a:t>
            </a:r>
            <a:r>
              <a:rPr lang="en-US" altLang="ko-KR" sz="1600" spc="-50" dirty="0"/>
              <a:t>, km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mile </a:t>
            </a:r>
            <a:r>
              <a:rPr lang="ko-KR" altLang="en-US" sz="1600" spc="-50" dirty="0"/>
              <a:t>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</a:t>
            </a:r>
            <a:endParaRPr lang="en-US" altLang="ko-KR" sz="1600" spc="-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960635-173F-8015-FAF9-039BBC0E7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826" y="3577666"/>
            <a:ext cx="1193478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에너지의 여러가지 형태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배웠는데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</a:t>
            </a:r>
            <a:r>
              <a:rPr lang="ko-KR" altLang="en-US" sz="1600" spc="-50" dirty="0" err="1"/>
              <a:t>형태든</a:t>
            </a:r>
            <a:r>
              <a:rPr lang="ko-KR" altLang="en-US" sz="1600" spc="-50" dirty="0"/>
              <a:t> 에너지 단위인 줄로 측정이 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1F357-6A49-DE19-168B-0EAFAD3E7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2C007-A731-7516-CCAF-C6353939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3995-6988-6F83-E4A6-F6590AD7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F5CC3-B015-C253-EFC6-F7631681755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일상은 대개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아침에 일어나서 핸드폰을 본다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 </a:t>
            </a:r>
            <a:r>
              <a:rPr lang="ko-KR" altLang="en-US" sz="1600" spc="-50" dirty="0"/>
              <a:t>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간단히 온수 샤워를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보일러를 통한 </a:t>
            </a:r>
            <a:r>
              <a:rPr lang="ko-KR" altLang="en-US" sz="1600" b="1" spc="-50" dirty="0"/>
              <a:t>가스</a:t>
            </a:r>
            <a:r>
              <a:rPr lang="ko-KR" altLang="en-US" sz="1600" spc="-50" dirty="0"/>
              <a:t> 사용 혹은 지역난방의 </a:t>
            </a:r>
            <a:r>
              <a:rPr lang="ko-KR" altLang="en-US" sz="1600" b="1" spc="-50" dirty="0"/>
              <a:t>열</a:t>
            </a:r>
            <a:r>
              <a:rPr lang="ko-KR" altLang="en-US" sz="1600" spc="-50" dirty="0"/>
              <a:t> 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옷을 입는다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우리가 입고 있는 옷은 대부분 합성섬유이고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합성섬유의 원료는 </a:t>
            </a:r>
            <a:r>
              <a:rPr lang="ko-KR" altLang="en-US" sz="1600" b="1" spc="-50" dirty="0"/>
              <a:t>석유제품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집을 나서서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버스나 자가용을 탄다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시내버스는 </a:t>
            </a:r>
            <a:r>
              <a:rPr lang="ko-KR" altLang="en-US" sz="1600" b="1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자가용은 </a:t>
            </a:r>
            <a:r>
              <a:rPr lang="ko-KR" altLang="en-US" sz="1600" b="1" spc="-50" dirty="0"/>
              <a:t>석유제품</a:t>
            </a:r>
            <a:r>
              <a:rPr lang="ko-KR" altLang="en-US" sz="1600" spc="-50" dirty="0"/>
              <a:t>을 주로 사용한다</a:t>
            </a:r>
            <a:r>
              <a:rPr lang="ko-KR" altLang="en-US" sz="1600" b="1" spc="-50" dirty="0"/>
              <a:t> 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강의실에서 에어컨 혹은 히터를 켜고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수업을 듣는다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</a:t>
            </a:r>
            <a:r>
              <a:rPr lang="ko-KR" altLang="en-US" sz="1600" spc="-50" dirty="0"/>
              <a:t> 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밤이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 안에 조명을 켠다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 </a:t>
            </a:r>
            <a:r>
              <a:rPr lang="ko-KR" altLang="en-US" sz="1600" spc="-50" dirty="0"/>
              <a:t>사용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오늘날의 현대적인 에너지 공급이 없으면 우리는 원시사회로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핸드폰이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해의 위치 파악을 통해 시간을 알아야 한다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냇가에서 물을 길어와 나무를 태워 물을 데워 씻는다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동물의 가죽을 걸쳐 입는다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어디 가고 싶으면 걷거나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더우면 부채질을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추우면 옷을 껴입는다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해가 떨어지면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잘 안보인다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74051-1E3C-81AC-FF78-54B999A9621F}"/>
              </a:ext>
            </a:extLst>
          </p:cNvPr>
          <p:cNvSpPr txBox="1"/>
          <p:nvPr/>
        </p:nvSpPr>
        <p:spPr>
          <a:xfrm>
            <a:off x="7259433" y="3507679"/>
            <a:ext cx="450878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현대사회에서는 내가 굳이 일을 하지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에너지</a:t>
            </a:r>
            <a:r>
              <a:rPr lang="en-US" altLang="ko-KR" sz="1600" b="1" spc="-50" dirty="0"/>
              <a:t>)</a:t>
            </a:r>
            <a:r>
              <a:rPr lang="ko-KR" altLang="en-US" sz="1600" spc="-50" dirty="0"/>
              <a:t>을 가진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등을 사용해서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매우 편리한 생활을 누리고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92640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77447-9B31-247A-CD25-C2B66CEED96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여러 기준으로 나누어 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1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어떤 가공이나 변환을 거치지 않은 자연 상태의 에너지를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다음과 같이 분류해볼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채굴하는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등은 유한하기 때문에 </a:t>
            </a:r>
            <a:r>
              <a:rPr lang="ko-KR" altLang="en-US" sz="1600" b="1" spc="-50" dirty="0" err="1"/>
              <a:t>고갈성</a:t>
            </a:r>
            <a:r>
              <a:rPr lang="ko-KR" altLang="en-US" sz="1600" b="1" spc="-50" dirty="0"/>
              <a:t>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태양으로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오는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바람으로 부터 오는 바람에너지는 무한하기 때문에 </a:t>
            </a:r>
            <a:r>
              <a:rPr lang="ko-KR" altLang="en-US" sz="1600" b="1" spc="-50" dirty="0"/>
              <a:t>재생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2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차에너지를 변환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가공하여 우리가 사용하기 편리하게 만든 에너지를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채굴한 석유는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불순물이 많아서 여러 석유제품들로 분류를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석유를 높은 온도에서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항공유도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휘발유도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석유는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등이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바람에너지도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태양광이나 풍력발전기를 통해 전기에너지로 바꿔야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태양광 패널에 햇빛이 닿으면 전기가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바람이 불어서 풍력날개가 돌아가면 전기가 생산된다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8820</TotalTime>
  <Words>1291</Words>
  <Application>Microsoft Office PowerPoint</Application>
  <PresentationFormat>와이드스크린</PresentationFormat>
  <Paragraphs>156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(참고자료) SI 접두어</vt:lpstr>
      <vt:lpstr>에너지 단위 변환</vt:lpstr>
      <vt:lpstr>에너지 </vt:lpstr>
      <vt:lpstr>생활 속의 에너지</vt:lpstr>
      <vt:lpstr>에너지 분류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262</cp:revision>
  <dcterms:created xsi:type="dcterms:W3CDTF">2025-07-05T05:15:23Z</dcterms:created>
  <dcterms:modified xsi:type="dcterms:W3CDTF">2026-06-26T12:59:27Z</dcterms:modified>
</cp:coreProperties>
</file>
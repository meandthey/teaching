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37" r:id="rId18"/>
    <p:sldId id="636" r:id="rId19"/>
    <p:sldId id="634" r:id="rId20"/>
    <p:sldId id="560" r:id="rId21"/>
    <p:sldId id="556" r:id="rId22"/>
    <p:sldId id="554" r:id="rId23"/>
    <p:sldId id="364" r:id="rId24"/>
    <p:sldId id="640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이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/>
        </p:nvGraphicFramePr>
        <p:xfrm>
          <a:off x="917945" y="3330261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107507"/>
            <a:ext cx="826677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179,856J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179.856kJ, 0.179856MJ)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976" y="2997275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8B56080-828F-2D19-421A-3054D0F3F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157" y="5121877"/>
            <a:ext cx="2194951" cy="92501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7774899" y="6188851"/>
            <a:ext cx="392020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935633" y="545222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886384"/>
            <a:ext cx="1206679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pc="-50" dirty="0"/>
              <a:t>13,900</a:t>
            </a:r>
            <a:r>
              <a:rPr lang="ko-KR" altLang="en-US" spc="-50" dirty="0"/>
              <a:t>원</a:t>
            </a:r>
            <a:endParaRPr lang="en-US" altLang="ko-KR" sz="18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417981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1080553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08172" y="886384"/>
            <a:ext cx="1206679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pc="-50" dirty="0"/>
              <a:t>34,800</a:t>
            </a:r>
            <a:r>
              <a:rPr lang="ko-KR" altLang="en-US" spc="-50" dirty="0"/>
              <a:t>원</a:t>
            </a:r>
            <a:endParaRPr lang="en-US" altLang="ko-KR" sz="1800" spc="-5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나에게 맞는 보조배터리를 찾을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W</a:t>
            </a:r>
            <a:r>
              <a:rPr lang="ko-KR" altLang="en-US" sz="1600" spc="-50" dirty="0"/>
              <a:t>가 크면 충전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방전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충전용량이 많다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대신 </a:t>
            </a:r>
            <a:r>
              <a:rPr lang="en-US" altLang="ko-KR" sz="1600" spc="-50" dirty="0"/>
              <a:t>V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호환이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 식을 적용해보면 </a:t>
            </a: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(10-3)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A x V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보조배터리에 전기가 </a:t>
            </a:r>
            <a:r>
              <a:rPr lang="ko-KR" altLang="en-US" sz="1600" spc="-50" dirty="0" err="1"/>
              <a:t>들어올때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나갈때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1F357-6A49-DE19-168B-0EAFAD3E7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2C007-A731-7516-CCAF-C6353939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3995-6988-6F83-E4A6-F6590AD7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F5CC3-B015-C253-EFC6-F7631681755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일상은 대개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아침에 일어나서 핸드폰을 본다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간단히 온수 샤워를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보일러를 통한 </a:t>
            </a:r>
            <a:r>
              <a:rPr lang="ko-KR" altLang="en-US" sz="1600" b="1" spc="-50" dirty="0"/>
              <a:t>가스</a:t>
            </a:r>
            <a:r>
              <a:rPr lang="ko-KR" altLang="en-US" sz="1600" spc="-50" dirty="0"/>
              <a:t> 사용 혹은 지역난방의 </a:t>
            </a:r>
            <a:r>
              <a:rPr lang="ko-KR" altLang="en-US" sz="1600" b="1" spc="-50" dirty="0"/>
              <a:t>열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우리가 입고 있는 옷은 대부분 합성섬유이고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합성섬유의 원료는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집을 나서서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버스나 자가용을 탄다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시내버스는 </a:t>
            </a:r>
            <a:r>
              <a:rPr lang="ko-KR" altLang="en-US" sz="1600" b="1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자가용은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을 주로 사용한다</a:t>
            </a:r>
            <a:r>
              <a:rPr lang="ko-KR" altLang="en-US" sz="1600" b="1" spc="-50" dirty="0"/>
              <a:t> 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강의실에서 에어컨 혹은 히터를 켜고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수업을 듣는다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밤이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 안에 조명을 켠다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오늘날의 현대적인 에너지 공급이 없으면 우리는 원시사회로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핸드폰이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해의 위치 파악을 통해 시간을 알아야 한다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냇가에서 물을 길어와 나무를 태워 물을 데워 씻는다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동물의 가죽을 걸쳐 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어디 가고 싶으면 걷거나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부채질을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옷을 껴입는다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해가 떨어지면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잘 안보인다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74051-1E3C-81AC-FF78-54B999A9621F}"/>
              </a:ext>
            </a:extLst>
          </p:cNvPr>
          <p:cNvSpPr txBox="1"/>
          <p:nvPr/>
        </p:nvSpPr>
        <p:spPr>
          <a:xfrm>
            <a:off x="7259433" y="3507679"/>
            <a:ext cx="450878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현대사회에서는 내가 굳이 일을 하지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에너지</a:t>
            </a:r>
            <a:r>
              <a:rPr lang="en-US" altLang="ko-KR" sz="1600" b="1" spc="-50" dirty="0"/>
              <a:t>)</a:t>
            </a:r>
            <a:r>
              <a:rPr lang="ko-KR" altLang="en-US" sz="1600" spc="-50" dirty="0"/>
              <a:t>을 가진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등을 사용해서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매우 편리한 생활을 누리고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264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77447-9B31-247A-CD25-C2B66CEED96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1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2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AF487-C4C9-7FAA-F633-B8FD99C6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39212F-F168-CD77-C446-536E53BF4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534" y="4599674"/>
            <a:ext cx="861142" cy="114735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020DD33-9452-FD90-2F97-D3F66C9D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C8C9-8F7A-52DB-EC41-2E42797F2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054C5-2E78-E5FB-E011-2EE687E8C029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선풍기가 쓰는 전기에너지를 물로 비유해보자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라는 말은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을 쓰는 속도라는 뜻이다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BBED47E-94BF-B32A-D29E-8B2C066E4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4" y="3128117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180353E-8D0D-354B-E502-254874B16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677" y="5899156"/>
            <a:ext cx="1387576" cy="58476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6C7973-5430-150F-9CC9-666CE63C5090}"/>
              </a:ext>
            </a:extLst>
          </p:cNvPr>
          <p:cNvSpPr/>
          <p:nvPr/>
        </p:nvSpPr>
        <p:spPr>
          <a:xfrm>
            <a:off x="3197676" y="6124969"/>
            <a:ext cx="608190" cy="100152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8C16129-38AE-537E-D027-549E610CB64C}"/>
              </a:ext>
            </a:extLst>
          </p:cNvPr>
          <p:cNvSpPr/>
          <p:nvPr/>
        </p:nvSpPr>
        <p:spPr>
          <a:xfrm>
            <a:off x="2380974" y="5738191"/>
            <a:ext cx="265043" cy="265044"/>
          </a:xfrm>
          <a:custGeom>
            <a:avLst/>
            <a:gdLst>
              <a:gd name="csX0" fmla="*/ 265043 w 265043"/>
              <a:gd name="csY0" fmla="*/ 0 h 265044"/>
              <a:gd name="csX1" fmla="*/ 260626 w 265043"/>
              <a:gd name="csY1" fmla="*/ 22087 h 265044"/>
              <a:gd name="csX2" fmla="*/ 251791 w 265043"/>
              <a:gd name="csY2" fmla="*/ 75096 h 265044"/>
              <a:gd name="csX3" fmla="*/ 234122 w 265043"/>
              <a:gd name="csY3" fmla="*/ 114852 h 265044"/>
              <a:gd name="csX4" fmla="*/ 203200 w 265043"/>
              <a:gd name="csY4" fmla="*/ 145774 h 265044"/>
              <a:gd name="csX5" fmla="*/ 189948 w 265043"/>
              <a:gd name="csY5" fmla="*/ 150192 h 265044"/>
              <a:gd name="csX6" fmla="*/ 167861 w 265043"/>
              <a:gd name="csY6" fmla="*/ 172279 h 265044"/>
              <a:gd name="csX7" fmla="*/ 159026 w 265043"/>
              <a:gd name="csY7" fmla="*/ 185531 h 265044"/>
              <a:gd name="csX8" fmla="*/ 132522 w 265043"/>
              <a:gd name="csY8" fmla="*/ 198783 h 265044"/>
              <a:gd name="csX9" fmla="*/ 101600 w 265043"/>
              <a:gd name="csY9" fmla="*/ 216452 h 265044"/>
              <a:gd name="csX10" fmla="*/ 66261 w 265043"/>
              <a:gd name="csY10" fmla="*/ 225287 h 265044"/>
              <a:gd name="csX11" fmla="*/ 48591 w 265043"/>
              <a:gd name="csY11" fmla="*/ 234122 h 265044"/>
              <a:gd name="csX12" fmla="*/ 30922 w 265043"/>
              <a:gd name="csY12" fmla="*/ 247374 h 265044"/>
              <a:gd name="csX13" fmla="*/ 17669 w 265043"/>
              <a:gd name="csY13" fmla="*/ 251792 h 265044"/>
              <a:gd name="csX14" fmla="*/ 0 w 265043"/>
              <a:gd name="csY14" fmla="*/ 265044 h 2650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65043" h="265044">
                <a:moveTo>
                  <a:pt x="265043" y="0"/>
                </a:moveTo>
                <a:cubicBezTo>
                  <a:pt x="263571" y="7362"/>
                  <a:pt x="261931" y="14693"/>
                  <a:pt x="260626" y="22087"/>
                </a:cubicBezTo>
                <a:cubicBezTo>
                  <a:pt x="257513" y="39728"/>
                  <a:pt x="257456" y="58102"/>
                  <a:pt x="251791" y="75096"/>
                </a:cubicBezTo>
                <a:cubicBezTo>
                  <a:pt x="246335" y="91464"/>
                  <a:pt x="245238" y="102500"/>
                  <a:pt x="234122" y="114852"/>
                </a:cubicBezTo>
                <a:cubicBezTo>
                  <a:pt x="224371" y="125687"/>
                  <a:pt x="217029" y="141164"/>
                  <a:pt x="203200" y="145774"/>
                </a:cubicBezTo>
                <a:lnTo>
                  <a:pt x="189948" y="150192"/>
                </a:lnTo>
                <a:cubicBezTo>
                  <a:pt x="182586" y="157554"/>
                  <a:pt x="174717" y="164443"/>
                  <a:pt x="167861" y="172279"/>
                </a:cubicBezTo>
                <a:cubicBezTo>
                  <a:pt x="164365" y="176274"/>
                  <a:pt x="162780" y="181777"/>
                  <a:pt x="159026" y="185531"/>
                </a:cubicBezTo>
                <a:cubicBezTo>
                  <a:pt x="148413" y="196144"/>
                  <a:pt x="145098" y="193393"/>
                  <a:pt x="132522" y="198783"/>
                </a:cubicBezTo>
                <a:cubicBezTo>
                  <a:pt x="78331" y="222007"/>
                  <a:pt x="145946" y="194279"/>
                  <a:pt x="101600" y="216452"/>
                </a:cubicBezTo>
                <a:cubicBezTo>
                  <a:pt x="92540" y="220982"/>
                  <a:pt x="74669" y="223606"/>
                  <a:pt x="66261" y="225287"/>
                </a:cubicBezTo>
                <a:cubicBezTo>
                  <a:pt x="60371" y="228232"/>
                  <a:pt x="54175" y="230632"/>
                  <a:pt x="48591" y="234122"/>
                </a:cubicBezTo>
                <a:cubicBezTo>
                  <a:pt x="42348" y="238024"/>
                  <a:pt x="37314" y="243721"/>
                  <a:pt x="30922" y="247374"/>
                </a:cubicBezTo>
                <a:cubicBezTo>
                  <a:pt x="26879" y="249684"/>
                  <a:pt x="21834" y="249710"/>
                  <a:pt x="17669" y="251792"/>
                </a:cubicBezTo>
                <a:cubicBezTo>
                  <a:pt x="7676" y="256788"/>
                  <a:pt x="6213" y="258830"/>
                  <a:pt x="0" y="265044"/>
                </a:cubicBezTo>
              </a:path>
            </a:pathLst>
          </a:cu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8182-7578-DCF7-3108-F2196BAAA60B}"/>
              </a:ext>
            </a:extLst>
          </p:cNvPr>
          <p:cNvSpPr txBox="1"/>
          <p:nvPr/>
        </p:nvSpPr>
        <p:spPr>
          <a:xfrm>
            <a:off x="3486982" y="3477508"/>
            <a:ext cx="826677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의 물을 쓰도록 만들어졌다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선풍기를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초동안</a:t>
            </a:r>
            <a:r>
              <a:rPr lang="ko-KR" altLang="en-US" sz="1600" spc="-50" dirty="0"/>
              <a:t> 쓰면 </a:t>
            </a:r>
            <a:r>
              <a:rPr lang="en-US" altLang="ko-KR" sz="1600" spc="-50" dirty="0"/>
              <a:t>100W</a:t>
            </a:r>
            <a:r>
              <a:rPr lang="ko-KR" altLang="en-US" sz="1600" spc="-50" dirty="0"/>
              <a:t>의 물을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(3,600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180,000 </a:t>
            </a:r>
          </a:p>
        </p:txBody>
      </p:sp>
    </p:spTree>
    <p:extLst>
      <p:ext uri="{BB962C8B-B14F-4D97-AF65-F5344CB8AC3E}">
        <p14:creationId xmlns:p14="http://schemas.microsoft.com/office/powerpoint/2010/main" val="265010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9295</TotalTime>
  <Words>2774</Words>
  <Application>Microsoft Office PowerPoint</Application>
  <PresentationFormat>와이드스크린</PresentationFormat>
  <Paragraphs>277</Paragraphs>
  <Slides>24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에너지 단위 변환 (보조배터리)</vt:lpstr>
      <vt:lpstr>에너지 단위 변환 (보조배터리)</vt:lpstr>
      <vt:lpstr>에너지 단위 변환</vt:lpstr>
      <vt:lpstr>내 보조배터리는 얼마나 쓸 수 있는거야? </vt:lpstr>
      <vt:lpstr>생활 속의 에너지</vt:lpstr>
      <vt:lpstr>에너지 분류</vt:lpstr>
      <vt:lpstr>Thank you</vt:lpstr>
      <vt:lpstr>에너지 단위 변환 (선풍기)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309</cp:revision>
  <dcterms:created xsi:type="dcterms:W3CDTF">2025-07-05T05:15:23Z</dcterms:created>
  <dcterms:modified xsi:type="dcterms:W3CDTF">2026-06-30T08:30:42Z</dcterms:modified>
</cp:coreProperties>
</file>
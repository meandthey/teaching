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50" r:id="rId21"/>
    <p:sldId id="651" r:id="rId22"/>
    <p:sldId id="648" r:id="rId23"/>
    <p:sldId id="554" r:id="rId24"/>
    <p:sldId id="634" r:id="rId25"/>
    <p:sldId id="654" r:id="rId26"/>
    <p:sldId id="653" r:id="rId27"/>
    <p:sldId id="655" r:id="rId28"/>
    <p:sldId id="656" r:id="rId29"/>
    <p:sldId id="657" r:id="rId30"/>
    <p:sldId id="658" r:id="rId31"/>
    <p:sldId id="659" r:id="rId32"/>
    <p:sldId id="661" r:id="rId33"/>
    <p:sldId id="662" r:id="rId34"/>
    <p:sldId id="663" r:id="rId35"/>
    <p:sldId id="665" r:id="rId36"/>
    <p:sldId id="664" r:id="rId37"/>
    <p:sldId id="667" r:id="rId38"/>
    <p:sldId id="668" r:id="rId39"/>
    <p:sldId id="669" r:id="rId40"/>
    <p:sldId id="670" r:id="rId41"/>
    <p:sldId id="671" r:id="rId42"/>
    <p:sldId id="672" r:id="rId43"/>
    <p:sldId id="673" r:id="rId44"/>
    <p:sldId id="364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>
        <p:scale>
          <a:sx n="125" d="100"/>
          <a:sy n="125" d="100"/>
        </p:scale>
        <p:origin x="1620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FDBED3-B290-9990-9C65-97492339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388" y="5548636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07F6E3-9852-0F78-D576-B9263B7FF9FA}"/>
              </a:ext>
            </a:extLst>
          </p:cNvPr>
          <p:cNvSpPr txBox="1"/>
          <p:nvPr/>
        </p:nvSpPr>
        <p:spPr>
          <a:xfrm>
            <a:off x="11982450" y="6755198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압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정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11082</TotalTime>
  <Words>4969</Words>
  <Application>Microsoft Office PowerPoint</Application>
  <PresentationFormat>와이드스크린</PresentationFormat>
  <Paragraphs>594</Paragraphs>
  <Slides>44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1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407</cp:revision>
  <dcterms:created xsi:type="dcterms:W3CDTF">2025-07-05T05:15:23Z</dcterms:created>
  <dcterms:modified xsi:type="dcterms:W3CDTF">2026-07-07T05:11:48Z</dcterms:modified>
</cp:coreProperties>
</file>
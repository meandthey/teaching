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1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50" r:id="rId21"/>
    <p:sldId id="649" r:id="rId22"/>
    <p:sldId id="651" r:id="rId23"/>
    <p:sldId id="648" r:id="rId24"/>
    <p:sldId id="554" r:id="rId25"/>
    <p:sldId id="634" r:id="rId26"/>
    <p:sldId id="654" r:id="rId27"/>
    <p:sldId id="653" r:id="rId28"/>
    <p:sldId id="655" r:id="rId29"/>
    <p:sldId id="656" r:id="rId30"/>
    <p:sldId id="657" r:id="rId31"/>
    <p:sldId id="658" r:id="rId32"/>
    <p:sldId id="659" r:id="rId33"/>
    <p:sldId id="364" r:id="rId34"/>
    <p:sldId id="652" r:id="rId35"/>
    <p:sldId id="637" r:id="rId36"/>
    <p:sldId id="647" r:id="rId37"/>
    <p:sldId id="636" r:id="rId38"/>
    <p:sldId id="560" r:id="rId39"/>
    <p:sldId id="640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620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hyperlink" Target="https://online.kepco.co.kr/MYM043D00" TargetMode="External"/><Relationship Id="rId9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81E3-6D27-9795-D874-750FF0F0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2D1D9-A8DB-21D4-7BF8-4142A37FD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A0327-C8B5-4A35-7F03-E879D8CBE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D3004B-CDDE-D8F5-869D-CBE52F49F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219" y="3840488"/>
            <a:ext cx="2219768" cy="11713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6385922-58EC-C366-A705-6BD5B18CF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642" y="884101"/>
            <a:ext cx="3401569" cy="10924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FFE1BD-841E-77FC-DF72-4D48E3FC1908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한전 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4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83FEF06-0250-2B76-49A0-D541109BD7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85221"/>
            <a:ext cx="2472794" cy="44689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FF98614-848C-23BA-F9CD-81449BBDA4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3238" y="2157703"/>
            <a:ext cx="2915057" cy="63826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7D84E0-F48C-B333-59D2-1C68E80FC4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036B253-8DA0-1BC7-1DD7-29242A2145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A2266B3-ABCB-36AA-7BE2-209C13FB615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C3D78C1-980B-161F-6627-F26A2BF4EE7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615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191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보통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주택용 고압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기타계절의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우리 집의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FDBED3-B290-9990-9C65-97492339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388" y="5548636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07F6E3-9852-0F78-D576-B9263B7FF9FA}"/>
              </a:ext>
            </a:extLst>
          </p:cNvPr>
          <p:cNvSpPr txBox="1"/>
          <p:nvPr/>
        </p:nvSpPr>
        <p:spPr>
          <a:xfrm>
            <a:off x="11982450" y="6755198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똑같이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우리집에서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월에 전기를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를 사용했는데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어디에 얼만큼 쓴 걸지 추측해보자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 : </a:t>
            </a:r>
            <a:r>
              <a:rPr lang="ko-KR" altLang="en-US" sz="1600" spc="-50" dirty="0"/>
              <a:t>소비전력 </a:t>
            </a:r>
            <a:r>
              <a:rPr lang="en-US" altLang="ko-KR" sz="1600" spc="-50" dirty="0"/>
              <a:t>84W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컴퓨터 </a:t>
            </a:r>
            <a:r>
              <a:rPr lang="en-US" altLang="ko-KR" sz="1600" spc="-50" dirty="0"/>
              <a:t>: 50W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모니터 </a:t>
            </a:r>
            <a:r>
              <a:rPr lang="en-US" altLang="ko-KR" sz="1600" spc="-50" dirty="0"/>
              <a:t>: 20W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: 1,600W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</a:t>
            </a:r>
            <a:r>
              <a:rPr lang="en-US" altLang="ko-KR" sz="1600" spc="-50" dirty="0"/>
              <a:t>: 3,500W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건조기</a:t>
            </a:r>
            <a:r>
              <a:rPr lang="en-US" altLang="ko-KR" sz="1600" spc="-50" dirty="0"/>
              <a:t>: 1,400W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 배터리용량</a:t>
            </a:r>
            <a:r>
              <a:rPr lang="en-US" altLang="ko-KR" sz="1600" spc="-50" dirty="0"/>
              <a:t>: 20Wh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청소기</a:t>
            </a:r>
            <a:r>
              <a:rPr lang="en-US" altLang="ko-KR" sz="1600" spc="-50" dirty="0"/>
              <a:t>: 1,600W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:  30kWh/</a:t>
            </a:r>
            <a:r>
              <a:rPr lang="ko-KR" altLang="en-US" sz="1600" spc="-50" dirty="0"/>
              <a:t>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밥솥</a:t>
            </a:r>
            <a:r>
              <a:rPr lang="en-US" altLang="ko-KR" sz="1600" spc="-50" dirty="0"/>
              <a:t>: 1,090W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조명</a:t>
            </a:r>
            <a:r>
              <a:rPr lang="en-US" altLang="ko-KR" sz="1600" spc="-50" dirty="0"/>
              <a:t>: 10kWh/</a:t>
            </a:r>
            <a:r>
              <a:rPr lang="ko-KR" altLang="en-US" sz="1600" spc="-50" dirty="0"/>
              <a:t>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공유기 및 대기전력</a:t>
            </a:r>
            <a:r>
              <a:rPr lang="en-US" altLang="ko-KR" sz="1600" spc="-50" dirty="0"/>
              <a:t>: 10kWh/</a:t>
            </a:r>
            <a:r>
              <a:rPr lang="ko-KR" altLang="en-US" sz="1600" spc="-50" dirty="0"/>
              <a:t>월</a:t>
            </a: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0E92136-5917-C515-EC63-9E2AA625D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2405" y="1415315"/>
            <a:ext cx="1786854" cy="104049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3CEDF8A-4404-3AE2-90A9-02F00A5F62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8613" y="876663"/>
            <a:ext cx="2514729" cy="4254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11DCBE7-0D0F-E237-8BF5-023494DFD11D}"/>
              </a:ext>
            </a:extLst>
          </p:cNvPr>
          <p:cNvSpPr txBox="1"/>
          <p:nvPr/>
        </p:nvSpPr>
        <p:spPr>
          <a:xfrm>
            <a:off x="9346162" y="2654753"/>
            <a:ext cx="211963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https://www.lge.co.kr/tvs/75nu850bena-wall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7E0106C-C8E8-6929-95A9-474199A27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411" y="4924703"/>
            <a:ext cx="491243" cy="104049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F8F71A79-BA3A-F911-5272-41C37C7F0E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5307" y="4375899"/>
            <a:ext cx="2201613" cy="48276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350A506-88A0-8487-BF6A-3C9404E73451}"/>
              </a:ext>
            </a:extLst>
          </p:cNvPr>
          <p:cNvSpPr txBox="1"/>
          <p:nvPr/>
        </p:nvSpPr>
        <p:spPr>
          <a:xfrm>
            <a:off x="5907292" y="6140233"/>
            <a:ext cx="25153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https://www.lge.co.kr/monitors/27u631a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CD536515-78BB-B2AA-105B-356502F8CC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1584" y="5042940"/>
            <a:ext cx="1522052" cy="109729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EC8E977-C2E2-C3C9-6E03-C2489325250F}"/>
              </a:ext>
            </a:extLst>
          </p:cNvPr>
          <p:cNvSpPr txBox="1"/>
          <p:nvPr/>
        </p:nvSpPr>
        <p:spPr>
          <a:xfrm>
            <a:off x="3872869" y="5965196"/>
            <a:ext cx="18097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https://www.lge.co.kr/all-in-one-pc-and-desktop/b81lvax4509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792DDA8-75AC-6B24-4662-C22D5E78D7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9988" y="4515623"/>
            <a:ext cx="622332" cy="164155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E8E9A23C-6A75-C190-D7AA-496F2EA89140}"/>
              </a:ext>
            </a:extLst>
          </p:cNvPr>
          <p:cNvSpPr txBox="1"/>
          <p:nvPr/>
        </p:nvSpPr>
        <p:spPr>
          <a:xfrm>
            <a:off x="8832850" y="6211790"/>
            <a:ext cx="122047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https://www.lge.co.kr/wash-tower/wl21wdu</a:t>
            </a: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34AB96C1-7939-6AFA-7099-7F2259967C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2531" y="4760529"/>
            <a:ext cx="1078909" cy="11386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607A2DC-E419-A2A3-A63E-B63349F74235}"/>
              </a:ext>
            </a:extLst>
          </p:cNvPr>
          <p:cNvSpPr txBox="1"/>
          <p:nvPr/>
        </p:nvSpPr>
        <p:spPr>
          <a:xfrm>
            <a:off x="10355832" y="5986344"/>
            <a:ext cx="15760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https://www.lge.co.kr/dishwashers/due6bgl2e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72A1942E-A4E9-3934-EB75-791A173746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4966" y="1998003"/>
            <a:ext cx="436893" cy="151708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1BFD42E-2145-B4C0-63AC-F88FB8E743EA}"/>
              </a:ext>
            </a:extLst>
          </p:cNvPr>
          <p:cNvSpPr txBox="1"/>
          <p:nvPr/>
        </p:nvSpPr>
        <p:spPr>
          <a:xfrm>
            <a:off x="6592570" y="3490254"/>
            <a:ext cx="17437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https://www.lge.co.kr/vacuum-cleaners/ax920bwe-bkor1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7AB0FA0C-9819-4483-2C49-F767CCA1DC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8032" y="1868651"/>
            <a:ext cx="648938" cy="122689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B671967-EA34-B790-62A5-CF60CDFB98BF}"/>
              </a:ext>
            </a:extLst>
          </p:cNvPr>
          <p:cNvSpPr txBox="1"/>
          <p:nvPr/>
        </p:nvSpPr>
        <p:spPr>
          <a:xfrm>
            <a:off x="4184388" y="3161590"/>
            <a:ext cx="16852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https://www.lge.co.kr/refrigerators/t873mee111</a:t>
            </a:r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127D9DE5-BDFE-2D76-19ED-2977B4FBEAC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14373" y="1415315"/>
            <a:ext cx="1200013" cy="1297405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5617C221-42D2-2565-4D1C-38D4EEB15625}"/>
              </a:ext>
            </a:extLst>
          </p:cNvPr>
          <p:cNvSpPr txBox="1"/>
          <p:nvPr/>
        </p:nvSpPr>
        <p:spPr>
          <a:xfrm>
            <a:off x="12072207" y="2807204"/>
            <a:ext cx="1347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https://www.cuckoo.co.kr/mall/productView?productNo=9921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7E02E4D9-BD14-D495-41FB-66127041043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781089" y="1101747"/>
            <a:ext cx="2833000" cy="205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51D27-E5D3-0A0D-AECD-CBBF0096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4CAB7-5878-A025-2BA8-F7CBFFF92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70405-73C7-9924-6851-391371A5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71A9BA-767E-5036-DF73-30500FAF41A6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6119083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4321-199C-EBCF-1638-94ACEF3F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A3396-8295-B2AC-9AF9-95EAAF78A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827D7-DA7B-0D7A-FE7A-3AC954F2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A4EDDA-8917-9F1A-7AF4-36A98BD228AF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보조배터리로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2200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9934</TotalTime>
  <Words>4175</Words>
  <Application>Microsoft Office PowerPoint</Application>
  <PresentationFormat>와이드스크린</PresentationFormat>
  <Paragraphs>473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5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Thank you</vt:lpstr>
      <vt:lpstr>에너지 단위 변환</vt:lpstr>
      <vt:lpstr>에너지 단위 변환 (보조배터리)</vt:lpstr>
      <vt:lpstr>에너지 단위 변환</vt:lpstr>
      <vt:lpstr>에너지 단위 변환 (보조배터리)</vt:lpstr>
      <vt:lpstr>내 보조배터리는 얼마나 쓸 수 있는거야? 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357</cp:revision>
  <dcterms:created xsi:type="dcterms:W3CDTF">2025-07-05T05:15:23Z</dcterms:created>
  <dcterms:modified xsi:type="dcterms:W3CDTF">2026-07-02T08:08:04Z</dcterms:modified>
</cp:coreProperties>
</file>
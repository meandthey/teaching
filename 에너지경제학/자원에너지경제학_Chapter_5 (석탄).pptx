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5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03" r:id="rId24"/>
    <p:sldId id="625" r:id="rId25"/>
    <p:sldId id="626" r:id="rId26"/>
    <p:sldId id="627" r:id="rId27"/>
    <p:sldId id="604" r:id="rId28"/>
    <p:sldId id="628" r:id="rId29"/>
    <p:sldId id="629" r:id="rId30"/>
    <p:sldId id="606" r:id="rId31"/>
    <p:sldId id="630" r:id="rId32"/>
    <p:sldId id="631" r:id="rId33"/>
    <p:sldId id="605" r:id="rId34"/>
    <p:sldId id="632" r:id="rId35"/>
    <p:sldId id="633" r:id="rId36"/>
    <p:sldId id="648" r:id="rId37"/>
    <p:sldId id="634" r:id="rId38"/>
    <p:sldId id="635" r:id="rId39"/>
    <p:sldId id="636" r:id="rId40"/>
    <p:sldId id="637" r:id="rId41"/>
    <p:sldId id="638" r:id="rId42"/>
    <p:sldId id="639" r:id="rId43"/>
    <p:sldId id="640" r:id="rId44"/>
    <p:sldId id="641" r:id="rId45"/>
    <p:sldId id="642" r:id="rId46"/>
    <p:sldId id="607" r:id="rId47"/>
    <p:sldId id="643" r:id="rId48"/>
    <p:sldId id="644" r:id="rId49"/>
    <p:sldId id="645" r:id="rId50"/>
    <p:sldId id="608" r:id="rId51"/>
    <p:sldId id="646" r:id="rId52"/>
    <p:sldId id="647" r:id="rId53"/>
    <p:sldId id="598" r:id="rId5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E780C-07E7-8AFA-6E5A-EE38FCB5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56505-7DA7-1B5B-0116-4BE07872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5216-1E75-EA94-EC10-9AE7E7F4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8BA9C-8451-C4CA-8C51-C302F29D51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운반차량이 </a:t>
            </a:r>
            <a:r>
              <a:rPr lang="ko-KR" altLang="en-US" sz="1600" dirty="0" err="1"/>
              <a:t>도입된는</a:t>
            </a:r>
            <a:r>
              <a:rPr lang="ko-KR" altLang="en-US" sz="1600" dirty="0"/>
              <a:t> 경우가 대표적인 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80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/>
              <a:t>석탄채굴 과정의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ko-KR" altLang="en-US" sz="1600" dirty="0" err="1"/>
              <a:t>발전용뿐만</a:t>
            </a:r>
            <a:r>
              <a:rPr lang="ko-KR" altLang="en-US" sz="1600" dirty="0"/>
              <a:t> 아니라 철강 생산의 핵심 원료로도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6932B-72D0-2B01-8C30-3929E3DA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 세계 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0FBA5-6B2E-D7CE-59E7-0FF960DC3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4AAAD9-4AB8-24CB-7360-E00876A61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4" y="811369"/>
            <a:ext cx="5694608" cy="5694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677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11150</TotalTime>
  <Words>5670</Words>
  <Application>Microsoft Office PowerPoint</Application>
  <PresentationFormat>와이드스크린</PresentationFormat>
  <Paragraphs>678</Paragraphs>
  <Slides>53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59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5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Section 5. 석탄생산기술과 비용구조</vt:lpstr>
      <vt:lpstr>석탄생산기술과 비용구조</vt:lpstr>
      <vt:lpstr>석탄생산기술과 비용구조</vt:lpstr>
      <vt:lpstr>석탄생산기술과 비용구조</vt:lpstr>
      <vt:lpstr>Section 6.  석탄채굴 과정의 사회적 환경적 문제</vt:lpstr>
      <vt:lpstr>채굴과정에서의 사회적·환경적 문제</vt:lpstr>
      <vt:lpstr>채굴과정에서의 사회적·환경적 문제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전 세계 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475</cp:revision>
  <dcterms:created xsi:type="dcterms:W3CDTF">2025-07-05T05:15:23Z</dcterms:created>
  <dcterms:modified xsi:type="dcterms:W3CDTF">2026-09-23T03:37:08Z</dcterms:modified>
</cp:coreProperties>
</file>
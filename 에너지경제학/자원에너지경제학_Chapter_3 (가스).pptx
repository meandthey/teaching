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0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50" r:id="rId19"/>
    <p:sldId id="653" r:id="rId20"/>
    <p:sldId id="651" r:id="rId21"/>
    <p:sldId id="654" r:id="rId22"/>
    <p:sldId id="652" r:id="rId23"/>
    <p:sldId id="655" r:id="rId24"/>
    <p:sldId id="656" r:id="rId25"/>
    <p:sldId id="657" r:id="rId26"/>
    <p:sldId id="658" r:id="rId27"/>
    <p:sldId id="659" r:id="rId28"/>
    <p:sldId id="660" r:id="rId29"/>
    <p:sldId id="661" r:id="rId30"/>
    <p:sldId id="662" r:id="rId31"/>
    <p:sldId id="663" r:id="rId32"/>
    <p:sldId id="664" r:id="rId33"/>
    <p:sldId id="665" r:id="rId34"/>
    <p:sldId id="666" r:id="rId35"/>
    <p:sldId id="667" r:id="rId36"/>
    <p:sldId id="668" r:id="rId37"/>
    <p:sldId id="669" r:id="rId38"/>
    <p:sldId id="598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9643</TotalTime>
  <Words>4572</Words>
  <Application>Microsoft Office PowerPoint</Application>
  <PresentationFormat>와이드스크린</PresentationFormat>
  <Paragraphs>545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시장의 구조와 시장지배력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336</cp:revision>
  <dcterms:created xsi:type="dcterms:W3CDTF">2025-07-05T05:15:23Z</dcterms:created>
  <dcterms:modified xsi:type="dcterms:W3CDTF">2026-05-31T23:28:16Z</dcterms:modified>
</cp:coreProperties>
</file>
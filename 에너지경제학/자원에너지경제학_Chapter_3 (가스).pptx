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5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59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공급이 안정되었다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연료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9139</TotalTime>
  <Words>1111</Words>
  <Application>Microsoft Office PowerPoint</Application>
  <PresentationFormat>와이드스크린</PresentationFormat>
  <Paragraphs>97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299</cp:revision>
  <dcterms:created xsi:type="dcterms:W3CDTF">2025-07-05T05:15:23Z</dcterms:created>
  <dcterms:modified xsi:type="dcterms:W3CDTF">2026-05-28T08:20:50Z</dcterms:modified>
</cp:coreProperties>
</file>
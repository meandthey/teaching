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598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2" d="100"/>
          <a:sy n="142" d="100"/>
        </p:scale>
        <p:origin x="978" y="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공급이 안정되었다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/>
              <a:t>일반적인 </a:t>
            </a:r>
            <a:r>
              <a:rPr lang="ko-KR" altLang="en-US" sz="1600" dirty="0"/>
              <a:t>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9126</TotalTime>
  <Words>820</Words>
  <Application>Microsoft Office PowerPoint</Application>
  <PresentationFormat>와이드스크린</PresentationFormat>
  <Paragraphs>78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294</cp:revision>
  <dcterms:created xsi:type="dcterms:W3CDTF">2025-07-05T05:15:23Z</dcterms:created>
  <dcterms:modified xsi:type="dcterms:W3CDTF">2026-05-28T06:58:58Z</dcterms:modified>
</cp:coreProperties>
</file>
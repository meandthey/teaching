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6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03" r:id="rId24"/>
    <p:sldId id="625" r:id="rId25"/>
    <p:sldId id="626" r:id="rId26"/>
    <p:sldId id="627" r:id="rId27"/>
    <p:sldId id="604" r:id="rId28"/>
    <p:sldId id="628" r:id="rId29"/>
    <p:sldId id="606" r:id="rId30"/>
    <p:sldId id="605" r:id="rId31"/>
    <p:sldId id="607" r:id="rId32"/>
    <p:sldId id="608" r:id="rId33"/>
    <p:sldId id="600" r:id="rId34"/>
    <p:sldId id="598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2" d="100"/>
          <a:sy n="142" d="100"/>
        </p:scale>
        <p:origin x="89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E780C-07E7-8AFA-6E5A-EE38FCB5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56505-7DA7-1B5B-0116-4BE07872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5216-1E75-EA94-EC10-9AE7E7F4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8BA9C-8451-C4CA-8C51-C302F29D51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운반차량이 </a:t>
            </a:r>
            <a:r>
              <a:rPr lang="ko-KR" altLang="en-US" sz="1600" dirty="0" err="1"/>
              <a:t>도입된는</a:t>
            </a:r>
            <a:r>
              <a:rPr lang="ko-KR" altLang="en-US" sz="1600" dirty="0"/>
              <a:t> 경우가 대표적인 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80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 err="1"/>
              <a:t>석탄채굴과정의</a:t>
            </a:r>
            <a:r>
              <a:rPr lang="ko-KR" altLang="en-US" sz="4000" b="1" i="0" spc="150" dirty="0"/>
              <a:t>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/>
              <a:t>)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 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석탄산업의 혁신과 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1A724-FF5F-F795-8171-E14A2B4F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B9BD40-31B0-CF75-80CC-4964C75E9B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47C5E9-0275-EAE5-E692-6C80776F9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F1A278D-627D-B7E6-D54B-C4D6D391D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216889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10587</TotalTime>
  <Words>3012</Words>
  <Application>Microsoft Office PowerPoint</Application>
  <PresentationFormat>와이드스크린</PresentationFormat>
  <Paragraphs>264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0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Section 5. 석탄생산기술과 비용구조</vt:lpstr>
      <vt:lpstr>석탄생산기술과 비용구조</vt:lpstr>
      <vt:lpstr>석탄생산기술과 비용구조</vt:lpstr>
      <vt:lpstr>석탄생산기술과 비용구조</vt:lpstr>
      <vt:lpstr>Section 6.  석탄채굴과정의 사회적 환경적 문제</vt:lpstr>
      <vt:lpstr>채굴과정에서의 사회적·환경적 문제</vt:lpstr>
      <vt:lpstr>Section 7. 석탄산업의 구조와 경쟁</vt:lpstr>
      <vt:lpstr>Section 8. 석탄시장의 거래 현황</vt:lpstr>
      <vt:lpstr>Section 9. 석탄산업의 혁신과 청정 석탄기술</vt:lpstr>
      <vt:lpstr>Section 10. 석탄시장의 구조변화와 좌초자산</vt:lpstr>
      <vt:lpstr>Section 1. 개 론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424</cp:revision>
  <dcterms:created xsi:type="dcterms:W3CDTF">2025-07-05T05:15:23Z</dcterms:created>
  <dcterms:modified xsi:type="dcterms:W3CDTF">2026-06-12T07:17:52Z</dcterms:modified>
</cp:coreProperties>
</file>
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5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34" r:id="rId37"/>
    <p:sldId id="635" r:id="rId38"/>
    <p:sldId id="636" r:id="rId39"/>
    <p:sldId id="637" r:id="rId40"/>
    <p:sldId id="607" r:id="rId41"/>
    <p:sldId id="608" r:id="rId42"/>
    <p:sldId id="600" r:id="rId43"/>
    <p:sldId id="598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620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석탄산업의 혁신과 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A724-FF5F-F795-8171-E14A2B4F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9BD40-31B0-CF75-80CC-4964C75E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C5E9-0275-EAE5-E692-6C80776F9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F1A278D-627D-B7E6-D54B-C4D6D391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21688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10873</TotalTime>
  <Words>4456</Words>
  <Application>Microsoft Office PowerPoint</Application>
  <PresentationFormat>와이드스크린</PresentationFormat>
  <Paragraphs>585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석탄 생산</vt:lpstr>
      <vt:lpstr>석탄 매장량</vt:lpstr>
      <vt:lpstr>석탄 소비</vt:lpstr>
      <vt:lpstr>석탄 소비량</vt:lpstr>
      <vt:lpstr>Section 9. 석탄산업의 혁신과 청정 석탄기술</vt:lpstr>
      <vt:lpstr>Section 10. 석탄시장의 구조변화와 좌초자산</vt:lpstr>
      <vt:lpstr>Section 1. 개 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441</cp:revision>
  <dcterms:created xsi:type="dcterms:W3CDTF">2025-07-05T05:15:23Z</dcterms:created>
  <dcterms:modified xsi:type="dcterms:W3CDTF">2026-06-15T04:53:14Z</dcterms:modified>
</cp:coreProperties>
</file>
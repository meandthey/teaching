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8"/>
  </p:notesMasterIdLst>
  <p:sldIdLst>
    <p:sldId id="375" r:id="rId2"/>
    <p:sldId id="405" r:id="rId3"/>
    <p:sldId id="550" r:id="rId4"/>
    <p:sldId id="376" r:id="rId5"/>
    <p:sldId id="609" r:id="rId6"/>
    <p:sldId id="599" r:id="rId7"/>
    <p:sldId id="601" r:id="rId8"/>
    <p:sldId id="602" r:id="rId9"/>
    <p:sldId id="603" r:id="rId10"/>
    <p:sldId id="604" r:id="rId11"/>
    <p:sldId id="606" r:id="rId12"/>
    <p:sldId id="605" r:id="rId13"/>
    <p:sldId id="607" r:id="rId14"/>
    <p:sldId id="608" r:id="rId15"/>
    <p:sldId id="600" r:id="rId16"/>
    <p:sldId id="598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 err="1"/>
              <a:t>석탄채굴과정의</a:t>
            </a:r>
            <a:r>
              <a:rPr lang="ko-KR" altLang="en-US" sz="4000" b="1" i="0" spc="150" dirty="0"/>
              <a:t>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석탄산업의 혁신과 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1A724-FF5F-F795-8171-E14A2B4F1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B9BD40-31B0-CF75-80CC-4964C75E9B8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47C5E9-0275-EAE5-E692-6C80776F9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F1A278D-627D-B7E6-D54B-C4D6D391D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21688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10234</TotalTime>
  <Words>358</Words>
  <Application>Microsoft Office PowerPoint</Application>
  <PresentationFormat>와이드스크린</PresentationFormat>
  <Paragraphs>48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3  석탄 시장</vt:lpstr>
      <vt:lpstr>Section 1. 개 론</vt:lpstr>
      <vt:lpstr>서론</vt:lpstr>
      <vt:lpstr>서론</vt:lpstr>
      <vt:lpstr>Section 2. 석탄산업의 역사</vt:lpstr>
      <vt:lpstr>Section 3. 석탄의 분류와 특징</vt:lpstr>
      <vt:lpstr>Section 4. 석탄의 가치사슬</vt:lpstr>
      <vt:lpstr>Section 5. 석탄생산기술과 비용구조</vt:lpstr>
      <vt:lpstr>Section 6.  석탄채굴과정의 사회적 환경적 문제</vt:lpstr>
      <vt:lpstr>Section 7. 석탄산업의 구조와 경쟁</vt:lpstr>
      <vt:lpstr>Section 8. 석탄시장의 거래 현황</vt:lpstr>
      <vt:lpstr>Section 9. 석탄산업의 혁신과 청정 석탄기술</vt:lpstr>
      <vt:lpstr>Section 10. 석탄시장의 구조변화와 좌초자산</vt:lpstr>
      <vt:lpstr>Section 1. 개 론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371</cp:revision>
  <dcterms:created xsi:type="dcterms:W3CDTF">2025-07-05T05:15:23Z</dcterms:created>
  <dcterms:modified xsi:type="dcterms:W3CDTF">2026-06-11T09:02:13Z</dcterms:modified>
</cp:coreProperties>
</file>
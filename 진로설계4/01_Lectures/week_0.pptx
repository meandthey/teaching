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375" r:id="rId2"/>
    <p:sldId id="400" r:id="rId3"/>
    <p:sldId id="36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2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진로설계 </a:t>
            </a:r>
            <a:r>
              <a:rPr lang="en-US" altLang="ko-KR" sz="6600" b="1" i="0" dirty="0"/>
              <a:t>4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학기 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EE726-D73A-1D47-7C5C-E8AF06AB5834}"/>
              </a:ext>
            </a:extLst>
          </p:cNvPr>
          <p:cNvSpPr txBox="1"/>
          <p:nvPr/>
        </p:nvSpPr>
        <p:spPr>
          <a:xfrm>
            <a:off x="678872" y="4899347"/>
            <a:ext cx="11182928" cy="16143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외부강사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외부강사가 직접 강의실에 와서 대면강의 예정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출석 확인할 예정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온라인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외부강사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외부강사가 녹화한 온라인 영상을 보고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출석 확인할 예정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6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일에 대한 보강은 지도교수와 자체상담 하는 것으로 대체할 예정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자체적으로 지도교수님과 연락하여 상담 </a:t>
            </a:r>
            <a:r>
              <a:rPr lang="ko-KR" altLang="en-US" sz="1600" spc="-50" dirty="0" err="1"/>
              <a:t>받을것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/>
              <a:t>추후에 외부강사 일정이 또 잡히면 안내 나갈 예정</a:t>
            </a:r>
            <a:endParaRPr lang="en-US" altLang="ko-KR" sz="1600" spc="-50" dirty="0"/>
          </a:p>
        </p:txBody>
      </p:sp>
      <p:pic>
        <p:nvPicPr>
          <p:cNvPr id="9" name="그림 8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A2041F-96BB-7C41-CC39-E0E14495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19" y="999111"/>
            <a:ext cx="8056743" cy="396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5964</TotalTime>
  <Words>67</Words>
  <Application>Microsoft Office PowerPoint</Application>
  <PresentationFormat>와이드스크린</PresentationFormat>
  <Paragraphs>11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진로설계 4</vt:lpstr>
      <vt:lpstr>학기 일정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139</cp:revision>
  <dcterms:created xsi:type="dcterms:W3CDTF">2025-07-05T05:15:23Z</dcterms:created>
  <dcterms:modified xsi:type="dcterms:W3CDTF">2026-03-11T01:45:20Z</dcterms:modified>
</cp:coreProperties>
</file>
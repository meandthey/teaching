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75" r:id="rId2"/>
    <p:sldId id="580" r:id="rId3"/>
    <p:sldId id="571" r:id="rId4"/>
    <p:sldId id="581" r:id="rId5"/>
    <p:sldId id="3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up.hanbat.ac.kr/clientMain/a/t/main.d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진로설계 </a:t>
            </a:r>
            <a:r>
              <a:rPr lang="en-US" altLang="ko-KR" sz="6600" b="1" i="0" dirty="0"/>
              <a:t>4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OT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D2A33-E671-F80E-F54E-955A4884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진로설계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AF76-77C5-7E6D-FA1D-90094B2A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E128A59-CB34-DF12-EAE4-C8F041925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7" y="1063418"/>
            <a:ext cx="11265425" cy="503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0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C2E-9805-3FDA-3B62-DFF22299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F29E0-1A5C-A721-6CB1-311BDD2E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6110A-555C-B598-0791-EA80770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86532-68D4-694C-BFA5-E28D02EB8E76}"/>
              </a:ext>
            </a:extLst>
          </p:cNvPr>
          <p:cNvSpPr txBox="1"/>
          <p:nvPr/>
        </p:nvSpPr>
        <p:spPr>
          <a:xfrm>
            <a:off x="678872" y="916616"/>
            <a:ext cx="10975831" cy="53846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진로설계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4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에서 반드시 해야 할 것들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이력서</a:t>
            </a:r>
            <a:r>
              <a:rPr lang="ko-KR" altLang="en-US" sz="1600" spc="-50" dirty="0"/>
              <a:t> 작성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워크북 활용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본인이 </a:t>
            </a:r>
            <a:r>
              <a:rPr lang="ko-KR" altLang="en-US" sz="1600" spc="-50" dirty="0" err="1"/>
              <a:t>형식만들어</a:t>
            </a:r>
            <a:r>
              <a:rPr lang="ko-KR" altLang="en-US" sz="1600" spc="-50" dirty="0"/>
              <a:t> 작성해도 좋음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해서 이력서 작성한 것을 찍어서 이미지 파일을 아래에 업로드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학생 종합경력관리 시스템 </a:t>
            </a:r>
            <a:r>
              <a:rPr lang="en-US" altLang="ko-KR" sz="1600" dirty="0"/>
              <a:t>(</a:t>
            </a:r>
            <a:r>
              <a:rPr lang="ko-KR" altLang="ko-KR" sz="1600" dirty="0">
                <a:hlinkClick r:id="rId2"/>
              </a:rPr>
              <a:t>https://hup.hanbat.ac.kr/clientMain/a/t/main.do</a:t>
            </a:r>
            <a:r>
              <a:rPr lang="en-US" altLang="ko-KR" sz="1600" dirty="0"/>
              <a:t>)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자기소개서</a:t>
            </a:r>
            <a:r>
              <a:rPr lang="ko-KR" altLang="en-US" sz="1600" spc="-50" dirty="0"/>
              <a:t> 작성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워크북 활용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본인이 </a:t>
            </a:r>
            <a:r>
              <a:rPr lang="ko-KR" altLang="en-US" sz="1600" spc="-50" dirty="0" err="1"/>
              <a:t>형식만들어</a:t>
            </a:r>
            <a:r>
              <a:rPr lang="ko-KR" altLang="en-US" sz="1600" spc="-50" dirty="0"/>
              <a:t> 작성해도 좋음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해서 자소서 작성한 것을 찍어서 이미지 파일을 아래에 업로드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학생 종합경력관리 시스템 </a:t>
            </a:r>
            <a:r>
              <a:rPr lang="en-US" altLang="ko-KR" sz="1600" dirty="0"/>
              <a:t>(</a:t>
            </a:r>
            <a:r>
              <a:rPr lang="ko-KR" altLang="ko-KR" sz="1600" dirty="0">
                <a:hlinkClick r:id="rId2"/>
              </a:rPr>
              <a:t>https://hup.hanbat.ac.kr/clientMain/a/t/main.do</a:t>
            </a:r>
            <a:r>
              <a:rPr lang="en-US" altLang="ko-KR" sz="1600" dirty="0"/>
              <a:t>)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지도교수님</a:t>
            </a:r>
            <a:r>
              <a:rPr lang="ko-KR" altLang="en-US" sz="1600" spc="-50" dirty="0"/>
              <a:t>과 상담 </a:t>
            </a:r>
            <a:r>
              <a:rPr lang="en-US" altLang="ko-KR" sz="1600" spc="-50" dirty="0"/>
              <a:t>(1</a:t>
            </a:r>
            <a:r>
              <a:rPr lang="ko-KR" altLang="en-US" sz="1600" spc="-50" dirty="0"/>
              <a:t>회 이상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지도교수님께</a:t>
            </a:r>
            <a:r>
              <a:rPr lang="ko-KR" altLang="en-US" sz="1600" spc="-50" dirty="0"/>
              <a:t> 이메일을 보내서 진로상담 일정을 잡아서 상담을 진행할 것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대학일자리본부 </a:t>
            </a:r>
            <a:r>
              <a:rPr lang="ko-KR" altLang="en-US" sz="1600" b="1" spc="-50" dirty="0"/>
              <a:t>컨설턴트</a:t>
            </a:r>
            <a:r>
              <a:rPr lang="ko-KR" altLang="en-US" sz="1600" spc="-50" dirty="0"/>
              <a:t> 상담 </a:t>
            </a:r>
            <a:r>
              <a:rPr lang="en-US" altLang="ko-KR" sz="1600" spc="-50" dirty="0"/>
              <a:t>(2</a:t>
            </a:r>
            <a:r>
              <a:rPr lang="ko-KR" altLang="en-US" sz="1600" spc="-50" dirty="0"/>
              <a:t>회 이상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일자리본부에서 진로설계 수강생들에게 개별 연락을 할 예정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외부특강</a:t>
            </a:r>
            <a:r>
              <a:rPr lang="ko-KR" altLang="en-US" sz="1600" spc="-50" dirty="0"/>
              <a:t> 필히 참석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학과에서 출석체크를 모두 확인을 합니다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온라인 강의 </a:t>
            </a:r>
            <a:r>
              <a:rPr lang="ko-KR" altLang="en-US" sz="1600" spc="-50" dirty="0"/>
              <a:t>필수 시청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학교에서 출석체크를 모두 확인을 합니다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5767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FCCD-B993-62F3-E85B-09CB6D2B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993A3-266B-DDE2-562D-1DC7D5B1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DDB65-83CE-BA80-8370-FFFA4A79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2E4C14-4F07-6E84-E8B5-5C2F74631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776" y="1665591"/>
            <a:ext cx="3210766" cy="37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3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5559</TotalTime>
  <Words>164</Words>
  <Application>Microsoft Office PowerPoint</Application>
  <PresentationFormat>와이드스크린</PresentationFormat>
  <Paragraphs>27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진로설계 4</vt:lpstr>
      <vt:lpstr>진로설계 4</vt:lpstr>
      <vt:lpstr>수업개요</vt:lpstr>
      <vt:lpstr>수업일정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109</cp:revision>
  <dcterms:created xsi:type="dcterms:W3CDTF">2025-07-05T05:15:23Z</dcterms:created>
  <dcterms:modified xsi:type="dcterms:W3CDTF">2026-10-15T04:31:02Z</dcterms:modified>
</cp:coreProperties>
</file>
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499" r:id="rId2"/>
    <p:sldId id="500" r:id="rId3"/>
    <p:sldId id="501" r:id="rId4"/>
    <p:sldId id="502" r:id="rId5"/>
    <p:sldId id="503" r:id="rId6"/>
    <p:sldId id="512" r:id="rId7"/>
  </p:sldIdLst>
  <p:sldSz cx="18288000" cy="10287000"/>
  <p:notesSz cx="6858000" cy="9144000"/>
  <p:embeddedFontLst>
    <p:embeddedFont>
      <p:font typeface="Gmarket Sans Medium" panose="020B0600000101010101" charset="-127"/>
      <p:regular r:id="rId9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864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10286999" y="2867024"/>
            <a:ext cx="7994073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0AAB2-2151-4F0E-BECD-2254447C2225}"/>
              </a:ext>
            </a:extLst>
          </p:cNvPr>
          <p:cNvSpPr txBox="1"/>
          <p:nvPr/>
        </p:nvSpPr>
        <p:spPr>
          <a:xfrm>
            <a:off x="884555" y="7499350"/>
            <a:ext cx="1046353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13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endParaRPr lang="en-US" altLang="ko-KR" sz="5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5400" b="1" spc="-200" dirty="0">
                <a:solidFill>
                  <a:srgbClr val="505050"/>
                </a:solidFill>
                <a:latin typeface="+mj-ea"/>
                <a:ea typeface="+mj-ea"/>
              </a:rPr>
              <a:t>실전 입사지원 및 </a:t>
            </a:r>
            <a:r>
              <a:rPr lang="en-US" altLang="ko-KR" sz="5400" b="1" spc="-200" dirty="0">
                <a:solidFill>
                  <a:srgbClr val="505050"/>
                </a:solidFill>
                <a:latin typeface="+mj-ea"/>
                <a:ea typeface="+mj-ea"/>
              </a:rPr>
              <a:t>1</a:t>
            </a:r>
            <a:r>
              <a:rPr lang="ko-KR" altLang="en-US" sz="5400" b="1" spc="-200" dirty="0">
                <a:solidFill>
                  <a:srgbClr val="505050"/>
                </a:solidFill>
                <a:latin typeface="+mj-ea"/>
                <a:ea typeface="+mj-ea"/>
              </a:rPr>
              <a:t>분 자기소개서 발표와 상담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48195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p.159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539D38E0-E062-49F7-B798-C625C248E4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58917" y="5281980"/>
            <a:ext cx="6997700" cy="12700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FC0C8D4C-B301-4D2C-AB4B-0C8CE92BA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8917" y="4630648"/>
            <a:ext cx="1371600" cy="419100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80DDE51F-2E7D-4CBD-B760-E64AF0ED92D3}"/>
              </a:ext>
            </a:extLst>
          </p:cNvPr>
          <p:cNvSpPr txBox="1"/>
          <p:nvPr/>
        </p:nvSpPr>
        <p:spPr>
          <a:xfrm>
            <a:off x="10384517" y="4541748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1</a:t>
            </a: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분 자기소개 발표</a:t>
            </a:r>
            <a:r>
              <a:rPr lang="en-US" altLang="ko-KR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(</a:t>
            </a: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조별활동</a:t>
            </a:r>
            <a:r>
              <a:rPr lang="en-US" altLang="ko-KR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)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180F0904-9259-4845-A85C-F140E6F3B5C1}"/>
              </a:ext>
            </a:extLst>
          </p:cNvPr>
          <p:cNvSpPr txBox="1"/>
          <p:nvPr/>
        </p:nvSpPr>
        <p:spPr>
          <a:xfrm>
            <a:off x="8898617" y="4694148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DE1E7C5E-7B59-476A-85CA-43A381863587}"/>
              </a:ext>
            </a:extLst>
          </p:cNvPr>
          <p:cNvSpPr txBox="1"/>
          <p:nvPr/>
        </p:nvSpPr>
        <p:spPr>
          <a:xfrm>
            <a:off x="8331539" y="3459243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742950" lvl="0" indent="-742950">
              <a:lnSpc>
                <a:spcPct val="99600"/>
              </a:lnSpc>
              <a:buAutoNum type="arabicPeriod"/>
            </a:pP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1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분 자기소개 면접 실습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F33B388A-940B-4726-BBD8-20891715C79F}"/>
              </a:ext>
            </a:extLst>
          </p:cNvPr>
          <p:cNvSpPr txBox="1"/>
          <p:nvPr/>
        </p:nvSpPr>
        <p:spPr>
          <a:xfrm>
            <a:off x="8331539" y="1948216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F59BF972-C179-445C-861C-940E860AD012}"/>
              </a:ext>
            </a:extLst>
          </p:cNvPr>
          <p:cNvSpPr txBox="1"/>
          <p:nvPr/>
        </p:nvSpPr>
        <p:spPr>
          <a:xfrm>
            <a:off x="8331539" y="5869206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4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2.  </a:t>
            </a:r>
            <a:r>
              <a:rPr lang="ko-KR" altLang="en-US" sz="4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입사지원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55E14A83-E5BE-4871-BB85-4DA1A5C1D79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58917" y="7426955"/>
            <a:ext cx="6997700" cy="12700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D6C3698B-BC9C-4721-A90B-5CD6B4DDDB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8917" y="6775623"/>
            <a:ext cx="1371600" cy="419100"/>
          </a:xfrm>
          <a:prstGeom prst="rect">
            <a:avLst/>
          </a:prstGeom>
        </p:spPr>
      </p:pic>
      <p:sp>
        <p:nvSpPr>
          <p:cNvPr id="23" name="TextBox 10">
            <a:extLst>
              <a:ext uri="{FF2B5EF4-FFF2-40B4-BE49-F238E27FC236}">
                <a16:creationId xmlns:a16="http://schemas.microsoft.com/office/drawing/2014/main" id="{ABFFA3AA-FFEC-4FB2-8F7F-CD2E872A030B}"/>
              </a:ext>
            </a:extLst>
          </p:cNvPr>
          <p:cNvSpPr txBox="1"/>
          <p:nvPr/>
        </p:nvSpPr>
        <p:spPr>
          <a:xfrm>
            <a:off x="10384517" y="6686723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면접 컨설팅 관련 사이트 탐색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014C6A52-ADDD-4E4A-A1CE-4756087B29AB}"/>
              </a:ext>
            </a:extLst>
          </p:cNvPr>
          <p:cNvSpPr txBox="1"/>
          <p:nvPr/>
        </p:nvSpPr>
        <p:spPr>
          <a:xfrm>
            <a:off x="8898617" y="6839123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</p:spTree>
    <p:extLst>
      <p:ext uri="{BB962C8B-B14F-4D97-AF65-F5344CB8AC3E}">
        <p14:creationId xmlns:p14="http://schemas.microsoft.com/office/powerpoint/2010/main" val="1491178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3173226" y="1054084"/>
            <a:ext cx="12420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면접 컨설팅을 받을 수 있는 사이트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D8973393-59DD-41A1-8750-7D88312CB9FE}"/>
              </a:ext>
            </a:extLst>
          </p:cNvPr>
          <p:cNvSpPr txBox="1"/>
          <p:nvPr/>
        </p:nvSpPr>
        <p:spPr>
          <a:xfrm>
            <a:off x="609601" y="3318156"/>
            <a:ext cx="8077199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99600"/>
              </a:lnSpc>
              <a:buFont typeface="Wingdings" panose="05000000000000000000" pitchFamily="2" charset="2"/>
              <a:buChar char="ü"/>
            </a:pP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온통 청년 </a:t>
            </a:r>
            <a:endParaRPr lang="en-US" altLang="ko-KR" sz="30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심층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전문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상담 예약 → </a:t>
            </a:r>
            <a:r>
              <a:rPr lang="ko-KR" altLang="en-US" sz="2400" b="1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비대면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면접 컨설팅</a:t>
            </a:r>
            <a:endParaRPr lang="ko-KR" sz="30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CE66878F-4164-49BF-B585-3B5D104139D9}"/>
              </a:ext>
            </a:extLst>
          </p:cNvPr>
          <p:cNvSpPr txBox="1"/>
          <p:nvPr/>
        </p:nvSpPr>
        <p:spPr>
          <a:xfrm>
            <a:off x="9144000" y="3442225"/>
            <a:ext cx="9753599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99600"/>
              </a:lnSpc>
              <a:buFont typeface="Wingdings" panose="05000000000000000000" pitchFamily="2" charset="2"/>
              <a:buChar char="ü"/>
            </a:pPr>
            <a:r>
              <a:rPr lang="ko-KR" altLang="en-US" sz="3000" b="1" spc="-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잡아바</a:t>
            </a: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endParaRPr lang="en-US" altLang="ko-KR" sz="30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기본면접 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–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성향분석 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–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상황대처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–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의사결정 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– AI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게임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심층면접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→ 면접결과를 토대로 심층상담 가능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C818BA2-DF23-42FB-B43D-DF49247F7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4957501"/>
            <a:ext cx="7759700" cy="450456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9FBCEC9-F31A-4FAF-AB87-42D4A6774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8008" y="4959750"/>
            <a:ext cx="7759700" cy="45023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49948A5-9C82-4559-ADAA-A47D2E38D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3798" y="2910888"/>
            <a:ext cx="1295400" cy="10551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6114BC-0554-45D5-8F9E-6C5B25A16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2882899"/>
            <a:ext cx="1143000" cy="1092200"/>
          </a:xfrm>
          <a:prstGeom prst="rect">
            <a:avLst/>
          </a:prstGeom>
          <a:solidFill>
            <a:srgbClr val="D2D8E5"/>
          </a:solidFill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A01594-3314-4B95-BC3A-1BC4F8EC7FCC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04800" y="9817100"/>
            <a:ext cx="14846191" cy="5223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750FE1-DE9C-4168-89EE-9185298E8731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p.160~162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41EC2578-5B3E-4B76-86A9-6D267EF0F6B4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341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3173226" y="1054084"/>
            <a:ext cx="12420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면접 컨설팅을 받을 수 있는 사이트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296F9BC-79B3-4245-BB2F-13CB5E90D241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69B08F-5DEE-4B9E-BB64-0E98C26A1CDF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p.160~162</a:t>
            </a: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A779C09F-090A-4D29-B096-A71ADE79EFD0}"/>
              </a:ext>
            </a:extLst>
          </p:cNvPr>
          <p:cNvSpPr/>
          <p:nvPr/>
        </p:nvSpPr>
        <p:spPr>
          <a:xfrm>
            <a:off x="11945321" y="4789729"/>
            <a:ext cx="5486400" cy="4243265"/>
          </a:xfrm>
          <a:custGeom>
            <a:avLst/>
            <a:gdLst/>
            <a:ahLst/>
            <a:cxnLst/>
            <a:rect l="l" t="t" r="r" b="b"/>
            <a:pathLst>
              <a:path w="7447184" h="7641700">
                <a:moveTo>
                  <a:pt x="0" y="0"/>
                </a:moveTo>
                <a:lnTo>
                  <a:pt x="7447184" y="0"/>
                </a:lnTo>
                <a:lnTo>
                  <a:pt x="7447184" y="7641700"/>
                </a:lnTo>
                <a:lnTo>
                  <a:pt x="0" y="764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D8973393-59DD-41A1-8750-7D88312CB9FE}"/>
              </a:ext>
            </a:extLst>
          </p:cNvPr>
          <p:cNvSpPr txBox="1"/>
          <p:nvPr/>
        </p:nvSpPr>
        <p:spPr>
          <a:xfrm>
            <a:off x="609600" y="4132786"/>
            <a:ext cx="9982200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99600"/>
              </a:lnSpc>
              <a:buFont typeface="Wingdings" panose="05000000000000000000" pitchFamily="2" charset="2"/>
              <a:buChar char="ü"/>
            </a:pPr>
            <a:r>
              <a:rPr lang="ko-KR" altLang="en-US" sz="3000" b="1" spc="-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온라인여성경력개발센터</a:t>
            </a:r>
            <a:r>
              <a:rPr lang="ko-KR" altLang="en-US" sz="3000" b="1" spc="-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sz="3000" b="1" spc="-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‘</a:t>
            </a:r>
            <a:r>
              <a:rPr lang="ko-KR" altLang="en-US" sz="3000" b="1" spc="-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꿈날개</a:t>
            </a:r>
            <a:r>
              <a:rPr lang="en-US" altLang="ko-KR" sz="3000" b="1" spc="-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’</a:t>
            </a:r>
          </a:p>
          <a:p>
            <a:pPr lvl="0">
              <a:lnSpc>
                <a:spcPct val="99600"/>
              </a:lnSpc>
            </a:pP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모의면접관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화상면접을 통한 면접 컨설팅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인성 및 역량면접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외국어 면접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NCS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기반 면접 등 모의면접 가능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→ 직종별 기출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예상 면접문항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(15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만개 이상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), 1,500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 우수답변 사례 확인 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endParaRPr lang="ko-KR" sz="30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36E4D3-D62A-419A-91EF-2FE323F30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50" y="5494375"/>
            <a:ext cx="10134450" cy="4229287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C4D4BCB7-ACA2-4A53-ADD9-075B78C93843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76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1954472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4800" b="1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4800" b="1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분 자기소개 발표</a:t>
            </a:r>
            <a:r>
              <a:rPr lang="en-US" altLang="ko-KR" sz="4800" b="1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4800" b="1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조별활동</a:t>
            </a:r>
            <a:r>
              <a:rPr lang="en-US" altLang="ko-KR" sz="4800" b="1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)</a:t>
            </a:r>
            <a:endParaRPr lang="en-US" sz="4800" b="1" i="0" u="none" strike="noStrike" spc="-100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28219" y="2625385"/>
            <a:ext cx="12843057" cy="6650643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4529335" y="5753100"/>
            <a:ext cx="3532677" cy="3474608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3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31" name="Text Box 58">
            <a:extLst>
              <a:ext uri="{FF2B5EF4-FFF2-40B4-BE49-F238E27FC236}">
                <a16:creationId xmlns:a16="http://schemas.microsoft.com/office/drawing/2014/main" id="{8B923F7C-6B9B-4125-B028-540672882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382" y="4734443"/>
            <a:ext cx="5168281" cy="2678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680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1" indent="0" latinLnBrk="1"/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342900" indent="-342900" eaLnBrk="1" latinLnBrk="1" hangingPunct="1">
              <a:buFont typeface="Wingdings" panose="05000000000000000000" pitchFamily="2" charset="2"/>
              <a:buChar char="§"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시간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eaLnBrk="1" latinLnBrk="1" hangingPunct="1"/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분 이내 발표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342900" indent="-342900" eaLnBrk="1" latinLnBrk="1" hangingPunct="1">
              <a:buFont typeface="Wingdings" panose="05000000000000000000" pitchFamily="2" charset="2"/>
              <a:buChar char="§"/>
            </a:pP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457200" indent="-457200" eaLnBrk="1" latinLnBrk="1" hangingPunct="1">
              <a:buFont typeface="Wingdings" panose="05000000000000000000" pitchFamily="2" charset="2"/>
              <a:buChar char="§"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내용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eaLnBrk="1" latinLnBrk="1" hangingPunct="1"/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이름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직무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직무관련 경험과 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eaLnBrk="1" latinLnBrk="1" hangingPunct="1"/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강점이 잘 드러났는지 확인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5B3A9FD-1898-4575-BDFB-87B306E53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692" y="3432282"/>
            <a:ext cx="5684707" cy="5657721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2BB23F0-AB69-45F1-A11D-B66ACF1F984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75EE8F-A990-4E27-AA3C-F02925C69EC5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p.163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B5BB049B-D616-49C7-918D-8DED2D225EAF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8521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206</Words>
  <Application>Microsoft Office PowerPoint</Application>
  <PresentationFormat>사용자 지정</PresentationFormat>
  <Paragraphs>45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Arial</vt:lpstr>
      <vt:lpstr>Calibri</vt:lpstr>
      <vt:lpstr>Wingdings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2026-03-03T07:10:17Z</dcterms:modified>
</cp:coreProperties>
</file>
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75" r:id="rId2"/>
    <p:sldId id="377" r:id="rId3"/>
    <p:sldId id="376" r:id="rId4"/>
    <p:sldId id="398" r:id="rId5"/>
    <p:sldId id="399" r:id="rId6"/>
    <p:sldId id="36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084664"/>
            <a:ext cx="10452100" cy="1020486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환경자원  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기상과 기후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36456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기상 혹은 날씨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(weather):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그날 그날에 따른 지구의 기분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 중에서 일어나는 여러 가지 물리 현상을 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기상학이 다루는 날씨는 시간별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월별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계절별마다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아침과 저녁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오늘과 내일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이번달과 다음달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여름과 가을의 날씨는 다르다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기후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(Climate):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오랫동안 형성되어온 지구의 성격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장기간에 걸친 기상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날씨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평균이나 변동의 특성을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지역에서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년 이상 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 등에 관한 정보가 기후의 바탕이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기상 정보를 얻는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C6672-F2DC-02ED-E977-1AC6D0A2F2BD}"/>
              </a:ext>
            </a:extLst>
          </p:cNvPr>
          <p:cNvSpPr txBox="1"/>
          <p:nvPr/>
        </p:nvSpPr>
        <p:spPr>
          <a:xfrm>
            <a:off x="678873" y="1038536"/>
            <a:ext cx="5815574" cy="54000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지상관측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기상관측소에서 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기압 등을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해양관측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바다에 부표를 띄워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항해 중인 배에서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해양관측 위성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상공관측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기상관측용 기구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라디오존데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통해 고층 대기자료를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항공기를 통한 기상 관측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위성관측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정지궤도 기상위성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우리나라의 천리안위성 </a:t>
            </a:r>
            <a:r>
              <a:rPr lang="en-US" altLang="ko-KR" sz="1600" spc="-50" dirty="0"/>
              <a:t>2A)</a:t>
            </a:r>
            <a:r>
              <a:rPr lang="ko-KR" altLang="en-US" sz="1600" spc="-50" dirty="0"/>
              <a:t>을 통해 한지역을 상시 관측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극궤도</a:t>
            </a:r>
            <a:r>
              <a:rPr lang="ko-KR" altLang="en-US" sz="1600" spc="-50" dirty="0"/>
              <a:t> 위성을 통해 전 지구를 주기적으로 관측</a:t>
            </a:r>
            <a:endParaRPr lang="en-US" altLang="ko-KR" sz="1600" spc="-50" dirty="0"/>
          </a:p>
        </p:txBody>
      </p:sp>
      <p:pic>
        <p:nvPicPr>
          <p:cNvPr id="1026" name="Picture 2" descr="씨텍의 해양 기상관측 부이">
            <a:extLst>
              <a:ext uri="{FF2B5EF4-FFF2-40B4-BE49-F238E27FC236}">
                <a16:creationId xmlns:a16="http://schemas.microsoft.com/office/drawing/2014/main" id="{79663F05-0B0A-5EBB-EC47-D74CA19E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146" y="1313954"/>
            <a:ext cx="2560886" cy="191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9A547A-C5F8-E3E3-7D98-2700F59CA281}"/>
              </a:ext>
            </a:extLst>
          </p:cNvPr>
          <p:cNvSpPr txBox="1"/>
          <p:nvPr/>
        </p:nvSpPr>
        <p:spPr>
          <a:xfrm>
            <a:off x="9488579" y="3232586"/>
            <a:ext cx="25198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https://n.news.naver.com/mnews/article/015/0004510950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CF52D0B-262F-30C7-4AC1-E3E31310A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101" y="1313954"/>
            <a:ext cx="2818701" cy="158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670583-77F2-1BB4-7307-7701107536EB}"/>
              </a:ext>
            </a:extLst>
          </p:cNvPr>
          <p:cNvSpPr txBox="1"/>
          <p:nvPr/>
        </p:nvSpPr>
        <p:spPr>
          <a:xfrm>
            <a:off x="6252732" y="2878151"/>
            <a:ext cx="296645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https://datawiki.kma.go.kr/doku.php?id=%EB%A9%94%EC%9D%B8#;</a:t>
            </a:r>
            <a:endParaRPr lang="ko-KR" altLang="en-US" sz="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6D6728-40F4-DA8B-2336-A800D0460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446" y="3505087"/>
            <a:ext cx="2333256" cy="2006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F50574-00DD-043B-D535-DA18364C7312}"/>
              </a:ext>
            </a:extLst>
          </p:cNvPr>
          <p:cNvSpPr txBox="1"/>
          <p:nvPr/>
        </p:nvSpPr>
        <p:spPr>
          <a:xfrm>
            <a:off x="6494446" y="5511687"/>
            <a:ext cx="251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https://namu.wiki/w/%EB%9D%BC%EB%94%94%EC%98%A4%EC%A1%B4%EB%8D%B0</a:t>
            </a:r>
            <a:endParaRPr lang="ko-KR" altLang="en-US" sz="7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EC8E67D-90DD-7CB7-F731-05926F201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191" y="3972807"/>
            <a:ext cx="2684841" cy="10811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9A9881-04B0-D921-54AE-A919561DD3A8}"/>
              </a:ext>
            </a:extLst>
          </p:cNvPr>
          <p:cNvSpPr txBox="1"/>
          <p:nvPr/>
        </p:nvSpPr>
        <p:spPr>
          <a:xfrm>
            <a:off x="9488579" y="5088872"/>
            <a:ext cx="251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https://namu.wiki/w/%EC%B2%9C%EB%A6%AC%EC%95%88%202A%ED%98%B8</a:t>
            </a:r>
            <a:endParaRPr lang="ko-KR" altLang="en-US" sz="7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8229081-B8EB-E74E-02C3-C40FAA806A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70" y="3505087"/>
            <a:ext cx="731432" cy="90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EC9E-B3E0-B8BF-6B81-CF867B7C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50A83-F36D-748B-8FBB-81CC42D5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 지표면의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BAA6C-B59C-9749-F5F6-46B73F76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DFC0F-15B9-811B-8378-F60CCC9B5EF3}"/>
              </a:ext>
            </a:extLst>
          </p:cNvPr>
          <p:cNvSpPr txBox="1"/>
          <p:nvPr/>
        </p:nvSpPr>
        <p:spPr>
          <a:xfrm>
            <a:off x="678872" y="1038536"/>
            <a:ext cx="10975831" cy="36456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지권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 중심에서부터 지표까지 이르는 모든 부분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지구 내부는 중심으로부터 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맨틀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지각으로 나눌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지각 중에서도 대기와 맞닿은 지표는 바람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 등의 영향을 많이 받아 변화무쌍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대기권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지구를 둘러 싸고 있는 기체 부분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기상과 기후가 일어나는 곳이며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태양에서 오는 자외선을 차단하고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생물들이 생명유지를 할 수 있도록 적정한 환경을 유지해주고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대기권과 지표 사이에는 끊임없는 열교환이 이루어지고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때문에 날씨라는 현상이 생김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9714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8E56-E71E-756E-D114-30D75D3E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08442-6505-05C6-8DC1-DD91EA14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 지표면의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69A189-C576-2779-1BA9-53AAD2C5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A14C0-187C-F25A-3226-808B71A1ED40}"/>
              </a:ext>
            </a:extLst>
          </p:cNvPr>
          <p:cNvSpPr txBox="1"/>
          <p:nvPr/>
        </p:nvSpPr>
        <p:spPr>
          <a:xfrm>
            <a:off x="678872" y="1038536"/>
            <a:ext cx="10975831" cy="32763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수권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지구를 덮고 있는 모든 물을 포함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바다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호수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빙하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지하수 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바다 물이 증발하여 구름이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구름이 이동해서 육지에 비를 내리면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강을 통해 다시 바다로 흘러가는 순환 흐름이 있다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생물권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지구에 살아 있는 모든 생물과 그들이 사는 영역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대부분의 생물들은 지표면에서 살고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얕은 바다에 사는 물고기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하늘에 나는 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생물은 지권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대기권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수권의 존재 덕분에 생존하기도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반대로 그것들에 영향을 주기도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869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5038</TotalTime>
  <Words>424</Words>
  <Application>Microsoft Office PowerPoint</Application>
  <PresentationFormat>와이드스크린</PresentationFormat>
  <Paragraphs>59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HY헤드라인M</vt:lpstr>
      <vt:lpstr>KoPub돋움체 Light</vt:lpstr>
      <vt:lpstr>맑은 고딕</vt:lpstr>
      <vt:lpstr>Arial</vt:lpstr>
      <vt:lpstr>Wingdings</vt:lpstr>
      <vt:lpstr>Office 테마</vt:lpstr>
      <vt:lpstr>환경자원   경제학</vt:lpstr>
      <vt:lpstr>기상과 기후</vt:lpstr>
      <vt:lpstr>기상 정보를 얻는 방법</vt:lpstr>
      <vt:lpstr>지구 지표면의 구성</vt:lpstr>
      <vt:lpstr>지구 지표면의 구성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89</cp:revision>
  <dcterms:created xsi:type="dcterms:W3CDTF">2025-07-05T05:15:23Z</dcterms:created>
  <dcterms:modified xsi:type="dcterms:W3CDTF">2025-10-01T23:57:04Z</dcterms:modified>
</cp:coreProperties>
</file>
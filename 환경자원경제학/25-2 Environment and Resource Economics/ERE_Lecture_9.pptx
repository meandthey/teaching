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6"/>
  </p:notesMasterIdLst>
  <p:sldIdLst>
    <p:sldId id="375" r:id="rId2"/>
    <p:sldId id="377" r:id="rId3"/>
    <p:sldId id="378" r:id="rId4"/>
    <p:sldId id="364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5F5F"/>
    <a:srgbClr val="F8F7FC"/>
    <a:srgbClr val="2D72BE"/>
    <a:srgbClr val="070B12"/>
    <a:srgbClr val="0047A0"/>
    <a:srgbClr val="E3605B"/>
    <a:srgbClr val="FFFFFF"/>
    <a:srgbClr val="FFFDFF"/>
    <a:srgbClr val="00ADD0"/>
    <a:srgbClr val="EEF0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D4F822-9B6C-2312-BC7C-289E6CBD8A83}" v="204" dt="2025-07-20T13:57:47.285"/>
    <p1510:client id="{6FC94FB9-0A6B-4253-B3BE-E28497FA5913}" v="13" dt="2025-07-21T06:43:27.973"/>
    <p1510:client id="{ACAA3603-E3D6-4895-8F10-727493C87641}" v="65" dt="2025-07-21T00:56:35.769"/>
    <p1510:client id="{F2AEC958-FA13-3020-BC15-FF90776EF069}" v="4" dt="2025-07-21T06:39:02.7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5E00EF-AEA4-43E2-9451-8F9C59A39471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83C86-FCDD-4CD4-A668-4DF0BEDE3E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836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AB1E38-39C7-48C4-086A-B6EF68CA5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E913856-496C-B1A2-D9C8-F0B2113C5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D845EA-812B-B94C-5F91-4538C5B084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32C56F-BD27-4999-9E6D-D4EACE3DA9F4}" type="datetime1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27CC3D-4E75-B1F8-2261-C9EEA1AA9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F1B240-7572-2884-ADF8-CC4D01D43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35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86E21D-82E6-C9AF-A630-9F90B754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394455-1CD5-40DD-A267-639381E29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468D34-B903-2F96-71AD-0A335A0866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B83F9E-22C9-45CA-9E85-070F1D3EF530}" type="datetime1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736989-7205-0872-8F94-F68B3387B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0E82D4-4058-837B-0186-DF1F17F36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93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E35CB0-2E64-7E17-7F11-3E336F1AB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D50A24-08A9-B9E0-2E86-A56A1D9E7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0B33A9-AC09-8991-549A-226E174EB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278F45-FB3C-4C4D-B89A-7BC3F5F229F6}" type="datetime1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A77B79-B6C6-4181-A645-4655A0A56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7EF39A-AD25-8789-D43C-8EA119BB9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2455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6B2B1356-24BE-84BC-4DC7-3DE366037E84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F930236-B5C8-D9A4-EA14-40915FCDBA70}"/>
              </a:ext>
            </a:extLst>
          </p:cNvPr>
          <p:cNvSpPr/>
          <p:nvPr userDrawn="1"/>
        </p:nvSpPr>
        <p:spPr>
          <a:xfrm>
            <a:off x="1037626" y="520066"/>
            <a:ext cx="635786" cy="1578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374F9DA-878E-E86E-075B-62CFB99FBD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DAC3C-35A6-415C-9F03-738A6AC328B1}" type="datetime1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EE000A-EE22-ABA9-FA89-DA9EA0B9A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5EA1F0-774A-3104-2C40-091586426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5" name="그림 4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F494D8-0B43-4288-8718-B3CEFA7020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965ECDD4-C7AB-0780-5C56-AF0432547CDE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ED730A23-15D1-AC6C-BF3C-193DD65B5ED2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9A8DF95E-63D4-C269-1A9E-58D5FB253590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592BD15F-E509-254C-B07E-B9BE6F1576B5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1" name="Freeform 9">
            <a:extLst>
              <a:ext uri="{FF2B5EF4-FFF2-40B4-BE49-F238E27FC236}">
                <a16:creationId xmlns:a16="http://schemas.microsoft.com/office/drawing/2014/main" id="{47220B64-BDC8-944A-0E1A-C71EB0647CDA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제목 개체 틀 1">
            <a:extLst>
              <a:ext uri="{FF2B5EF4-FFF2-40B4-BE49-F238E27FC236}">
                <a16:creationId xmlns:a16="http://schemas.microsoft.com/office/drawing/2014/main" id="{8C980597-6F00-BBCB-9829-8C1C97B25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40998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EEA165-3F0A-880B-9371-6CA4FC662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7F3832-D575-B192-C9E5-3F5F5AF820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A0875B-5012-C4D4-34DD-64942B1EC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E6234D-EC06-5E2E-B205-92424C1562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7A0DF1-AEE6-4B0D-89D2-351E7B3EF65C}" type="datetime1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6D4A64-BD06-1C65-8FEE-8AB7FC5A9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EC033B-08C1-51C2-514D-21FE02EF1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2093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4C80B3-2773-0186-7384-F0AD5CD4F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910DF1-53D0-7068-0730-1D1CCBC68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A78ACE-35BC-CE88-0216-E9051C73F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A81F8D8-0F51-47D0-BB1F-D8D9CC140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E14E3C8-8748-5265-4FD0-09D2757103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0C317E0-79A6-DDA2-6311-F5CA96E3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93B8C9-630F-4D57-944D-04FD37CECCD3}" type="datetime1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64B9B9B-DE29-812B-D879-30570E55D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81069FA-9B24-53DC-4E72-47AB792BD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180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7BEAC6-B210-057A-EDB2-6820333F5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C77D0B3-A47C-9147-4B3A-92CAB4BE49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86165A-AC43-4902-9541-874ECD310BA3}" type="datetime1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131659-D086-7B2B-7BDA-2B7B4CA56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BA19E18-62FF-7A30-2F06-02E7580CA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7504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E71917-1F20-572F-E94C-A526C0685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7D9E8E-1032-5491-08E1-2F612B3EA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900DF7-AD67-D88E-48D9-88D790EC2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CD9FBF-F3FA-7658-7936-0D1A2FF02D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E6EE6D-2B0E-43A9-87A2-7354CDB998F4}" type="datetime1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A39D0C-3288-26C9-1E44-0431F4898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7CA71F-AE7D-1B55-21A0-1A87DCD4C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190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5D7F17-3594-D182-A5C0-437C03D88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04DF7D6-CE8D-00BB-75E2-3478943B7D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C66BC9-C6B7-805A-D64F-129BC2727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1EE813-70EE-6511-B077-F512622065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C5944E-0BC8-4FAA-9F94-6B4B05834E10}" type="datetime1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1B9F22-5574-7ED4-D06B-C97AF0BD9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FEAF6C-BEDB-9F84-DFBC-95DABECC8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807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5EE7C2-4CFD-C1E6-3632-13EC3CAC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19B1155-E241-263B-AF79-491CBDDA3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6A664C-62FC-AE91-4AEB-8FAEB493B8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F4A19C-72C8-45CA-8E3F-68A7FA345D6C}" type="datetime1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9205B3-A98D-6C78-D6F4-825DDC6BB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23C234-845E-B13B-0C99-9B2EEA171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8626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8451ECF-85EC-C955-3B84-54453192B0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7F4FAD-DE4B-C65A-B284-2FC60889FB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65CBDD-200F-9431-F587-79B0E4721B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A175B2-010B-4341-954C-5F8F5C70B124}" type="datetime1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0C0058-AB3B-AC27-3514-3ABE595D3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93A7CF-BE0B-8336-2308-D2D592400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472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그림 30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D4470C-5E69-55C1-270F-9A78C936D5E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B6D54C95-5DE1-BB83-7600-92BCFDA2E6BA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D9701EA-CA45-03D3-8629-CACB976B13C7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1659905-6BB4-F77A-C4B2-CD01EE50E9A3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56276BA2-601C-3FB1-B544-5F1FB3A4C59F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6E75D259-5225-4C37-ABC2-39DA372499A1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1" name="Freeform 9">
            <a:extLst>
              <a:ext uri="{FF2B5EF4-FFF2-40B4-BE49-F238E27FC236}">
                <a16:creationId xmlns:a16="http://schemas.microsoft.com/office/drawing/2014/main" id="{6514361D-8169-AF24-F568-2B5FC5AD42A2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AD4066BA-D2BC-37E9-976A-8204B8EF9F62}"/>
              </a:ext>
            </a:extLst>
          </p:cNvPr>
          <p:cNvSpPr/>
          <p:nvPr userDrawn="1"/>
        </p:nvSpPr>
        <p:spPr>
          <a:xfrm>
            <a:off x="1235851" y="667970"/>
            <a:ext cx="211949" cy="182715"/>
          </a:xfrm>
          <a:prstGeom prst="triangle">
            <a:avLst/>
          </a:prstGeom>
          <a:solidFill>
            <a:schemeClr val="bg1"/>
          </a:solidFill>
          <a:ln w="47625" cap="rnd">
            <a:solidFill>
              <a:schemeClr val="bg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1DE6459-0E1B-62B4-B07B-EB5555E53206}"/>
              </a:ext>
            </a:extLst>
          </p:cNvPr>
          <p:cNvSpPr/>
          <p:nvPr userDrawn="1"/>
        </p:nvSpPr>
        <p:spPr>
          <a:xfrm>
            <a:off x="209550" y="778044"/>
            <a:ext cx="11756306" cy="5832862"/>
          </a:xfrm>
          <a:prstGeom prst="roundRect">
            <a:avLst>
              <a:gd name="adj" fmla="val 1861"/>
            </a:avLst>
          </a:prstGeom>
          <a:solidFill>
            <a:schemeClr val="bg1"/>
          </a:solidFill>
          <a:ln w="92075" cap="rnd">
            <a:noFill/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468F272-B293-6379-50B0-01D6BCACC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675170-525C-B88C-2549-1515AC8C0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0559" y="1193822"/>
            <a:ext cx="10754289" cy="50013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6C6AE6-3A65-C287-7112-FF1BCC98D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9250" y="6611900"/>
            <a:ext cx="2743200" cy="239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/>
                </a:solidFill>
                <a:latin typeface="+mn-lt"/>
              </a:defRPr>
            </a:lvl1pPr>
          </a:lstStyle>
          <a:p>
            <a:fld id="{109C872D-39A9-4065-8BF3-6A613116E2A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487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5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200" i="1" kern="1200">
          <a:solidFill>
            <a:schemeClr val="tx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59EC3-FDAD-5008-2635-A7E4EDD28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EE82B6-2F0F-6FB8-F71F-495B423ABF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9950" y="2084664"/>
            <a:ext cx="10452100" cy="1020486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ko-KR" altLang="en-US" sz="6600" b="1" i="0" dirty="0"/>
              <a:t>환경자원   경제학</a:t>
            </a:r>
            <a:endParaRPr lang="ko-KR" altLang="en-US" i="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D3B6547-3B8C-6CD4-91B3-9723EB5A4D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56665"/>
            <a:ext cx="9144000" cy="935960"/>
          </a:xfrm>
        </p:spPr>
        <p:txBody>
          <a:bodyPr>
            <a:normAutofit/>
          </a:bodyPr>
          <a:lstStyle/>
          <a:p>
            <a:endParaRPr lang="en-US" altLang="ko-KR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r>
              <a:rPr lang="en-US" altLang="ko-KR" sz="2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Lecture - 9</a:t>
            </a:r>
            <a:endParaRPr lang="ko-KR" altLang="en-US" sz="17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D5F631-FC1F-A584-173C-4EA4C43A874E}"/>
              </a:ext>
            </a:extLst>
          </p:cNvPr>
          <p:cNvSpPr txBox="1"/>
          <p:nvPr/>
        </p:nvSpPr>
        <p:spPr>
          <a:xfrm>
            <a:off x="5499100" y="5036208"/>
            <a:ext cx="1193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전 승 호</a:t>
            </a:r>
            <a:endParaRPr lang="ko-KR" altLang="en-US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pic>
        <p:nvPicPr>
          <p:cNvPr id="7" name="그림 6" descr="텍스트, 폰트, 그래픽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66D5C0-E865-7613-63AD-5D846835D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1325" y="6408811"/>
            <a:ext cx="1461138" cy="31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40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CA8D82-0097-C179-A620-3BFDCD2DA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에너지시스템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122CC2-A4CB-8C8B-ED93-CAFD82AB5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12E787B-A591-9AB3-F640-D8180833D4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114" y="889445"/>
            <a:ext cx="8656035" cy="5468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9405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26DD42-D80A-C404-FE3C-D9698A8D6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전세계 화석연료 공급곡선 데이터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B91E67-35F4-B6F5-AFDE-9E7ED2686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DCDF7B3-AF85-299A-5F2D-12DC4E80A1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0391" y="1062229"/>
            <a:ext cx="4796352" cy="5042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5118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8B0EB-74B1-B51C-A4E6-7DD41C0B0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524993C-D1C3-8436-D8C1-21698BE6D1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51A9577-CCBA-F474-5E82-99100C452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134292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en-US" altLang="ko-KR" b="1" i="0" spc="150">
                <a:solidFill>
                  <a:schemeClr val="accent2"/>
                </a:solidFill>
              </a:rPr>
              <a:t>T</a:t>
            </a:r>
            <a:r>
              <a:rPr lang="en-US" altLang="ko-KR" sz="5400" i="0" spc="100"/>
              <a:t>hank you</a:t>
            </a:r>
            <a:endParaRPr lang="ko-KR" altLang="en-US" sz="5400" i="0" spc="10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4898E0-926C-D8DA-8874-21A66F64B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0404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6">
      <a:dk1>
        <a:srgbClr val="262626"/>
      </a:dk1>
      <a:lt1>
        <a:sysClr val="window" lastClr="FFFFFF"/>
      </a:lt1>
      <a:dk2>
        <a:srgbClr val="262626"/>
      </a:dk2>
      <a:lt2>
        <a:srgbClr val="EFEFEF"/>
      </a:lt2>
      <a:accent1>
        <a:srgbClr val="2D72BE"/>
      </a:accent1>
      <a:accent2>
        <a:srgbClr val="E15F5F"/>
      </a:accent2>
      <a:accent3>
        <a:srgbClr val="DA9D6D"/>
      </a:accent3>
      <a:accent4>
        <a:srgbClr val="009AB7"/>
      </a:accent4>
      <a:accent5>
        <a:srgbClr val="FF660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5061</TotalTime>
  <Words>18</Words>
  <Application>Microsoft Office PowerPoint</Application>
  <PresentationFormat>와이드스크린</PresentationFormat>
  <Paragraphs>10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9" baseType="lpstr">
      <vt:lpstr>HY헤드라인M</vt:lpstr>
      <vt:lpstr>KoPub돋움체 Light</vt:lpstr>
      <vt:lpstr>맑은 고딕</vt:lpstr>
      <vt:lpstr>Arial</vt:lpstr>
      <vt:lpstr>Office 테마</vt:lpstr>
      <vt:lpstr>환경자원   경제학</vt:lpstr>
      <vt:lpstr>에너지시스템</vt:lpstr>
      <vt:lpstr>전세계 화석연료 공급곡선 데이터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Minyoung Roh</dc:creator>
  <cp:lastModifiedBy>Seungho Jeon</cp:lastModifiedBy>
  <cp:revision>90</cp:revision>
  <dcterms:created xsi:type="dcterms:W3CDTF">2025-07-05T05:15:23Z</dcterms:created>
  <dcterms:modified xsi:type="dcterms:W3CDTF">2025-10-29T23:53:32Z</dcterms:modified>
</cp:coreProperties>
</file>